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3" r:id="rId4"/>
    <p:sldMasterId id="2147483675" r:id="rId5"/>
    <p:sldMasterId id="2147483680" r:id="rId6"/>
    <p:sldMasterId id="2147483684" r:id="rId7"/>
    <p:sldMasterId id="2147483689" r:id="rId8"/>
  </p:sldMasterIdLst>
  <p:notesMasterIdLst>
    <p:notesMasterId r:id="rId9"/>
  </p:notesMasterIdLst>
  <p:sldIdLst>
    <p:sldId id="256" r:id="rId10"/>
    <p:sldId id="257" r:id="rId11"/>
    <p:sldId id="258" r:id="rId12"/>
    <p:sldId id="259" r:id="rId13"/>
    <p:sldId id="260" r:id="rId14"/>
    <p:sldId id="261" r:id="rId15"/>
    <p:sldId id="262" r:id="rId16"/>
    <p:sldId id="263" r:id="rId17"/>
  </p:sldIdLst>
  <p:sldSz cy="6858000" cx="12192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W3ebTDbx+AqdadcbCF+DFfO7n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2.xml"/><Relationship Id="rId22" Type="http://customschemas.google.com/relationships/presentationmetadata" Target="metadata"/><Relationship Id="rId10" Type="http://schemas.openxmlformats.org/officeDocument/2006/relationships/slide" Target="slides/slide1.xml"/><Relationship Id="rId21" Type="http://schemas.openxmlformats.org/officeDocument/2006/relationships/font" Target="fonts/Roboto-boldItalic.fntdata"/><Relationship Id="rId13" Type="http://schemas.openxmlformats.org/officeDocument/2006/relationships/slide" Target="slides/slide4.xml"/><Relationship Id="rId12" Type="http://schemas.openxmlformats.org/officeDocument/2006/relationships/slide" Target="slides/slide3.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notesMaster" Target="notesMasters/notesMaster1.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5" Type="http://schemas.openxmlformats.org/officeDocument/2006/relationships/slideMaster" Target="slideMasters/slideMaster3.xml"/><Relationship Id="rId19" Type="http://schemas.openxmlformats.org/officeDocument/2006/relationships/font" Target="fonts/Roboto-bold.fntdata"/><Relationship Id="rId6" Type="http://schemas.openxmlformats.org/officeDocument/2006/relationships/slideMaster" Target="slideMasters/slideMaster4.xml"/><Relationship Id="rId18" Type="http://schemas.openxmlformats.org/officeDocument/2006/relationships/font" Target="fonts/Roboto-regular.fntdata"/><Relationship Id="rId7" Type="http://schemas.openxmlformats.org/officeDocument/2006/relationships/slideMaster" Target="slideMasters/slideMaster5.xml"/><Relationship Id="rId8"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rgbClr val="0D0D0D"/>
                </a:solidFill>
                <a:latin typeface="Roboto"/>
                <a:ea typeface="Roboto"/>
                <a:cs typeface="Roboto"/>
                <a:sym typeface="Roboto"/>
              </a:rPr>
              <a:t>Hello everyone, welcome to our session on "</a:t>
            </a:r>
            <a:r>
              <a:rPr lang="en-US">
                <a:latin typeface="Arial"/>
                <a:ea typeface="Arial"/>
                <a:cs typeface="Arial"/>
                <a:sym typeface="Arial"/>
              </a:rPr>
              <a:t>History and Evolution of Flutter</a:t>
            </a:r>
            <a:r>
              <a:rPr lang="en-US">
                <a:solidFill>
                  <a:srgbClr val="0D0D0D"/>
                </a:solidFill>
                <a:latin typeface="Roboto"/>
                <a:ea typeface="Roboto"/>
                <a:cs typeface="Roboto"/>
                <a:sym typeface="Roboto"/>
              </a:rPr>
              <a:t>."</a:t>
            </a:r>
            <a:r>
              <a:rPr lang="en-US">
                <a:latin typeface="Arial"/>
                <a:ea typeface="Arial"/>
                <a:cs typeface="Arial"/>
                <a:sym typeface="Arial"/>
              </a:rPr>
              <a:t>, In this Presentation we will delve into the world of History and Evolution of Flutter, A journey from Dart’s Experimental Framework to a Robust UI Toolkit.We will cover Flutter Maturation and Growth, Flutter’s Rise to Prominence, </a:t>
            </a:r>
            <a:r>
              <a:rPr lang="en-US"/>
              <a:t> </a:t>
            </a:r>
            <a:r>
              <a:rPr lang="en-US">
                <a:latin typeface="Arial"/>
                <a:ea typeface="Arial"/>
                <a:cs typeface="Arial"/>
                <a:sym typeface="Arial"/>
              </a:rPr>
              <a:t>Key factors that have contributed to Flutter's remarkable success, </a:t>
            </a:r>
            <a:r>
              <a:rPr lang="en-US"/>
              <a:t>  </a:t>
            </a:r>
            <a:r>
              <a:rPr lang="en-US">
                <a:latin typeface="Arial"/>
                <a:ea typeface="Arial"/>
                <a:cs typeface="Arial"/>
                <a:sym typeface="Arial"/>
              </a:rPr>
              <a:t>Key impacts Flutter has made on the industry and</a:t>
            </a:r>
            <a:r>
              <a:rPr lang="en-US"/>
              <a:t> </a:t>
            </a:r>
            <a:r>
              <a:rPr lang="en-US">
                <a:latin typeface="Arial"/>
                <a:ea typeface="Arial"/>
                <a:cs typeface="Arial"/>
                <a:sym typeface="Arial"/>
              </a:rPr>
              <a:t>Embracing the Future of Flutter </a:t>
            </a:r>
            <a:endParaRPr>
              <a:latin typeface="Arial"/>
              <a:ea typeface="Arial"/>
              <a:cs typeface="Arial"/>
              <a:sym typeface="Arial"/>
            </a:endParaRPr>
          </a:p>
        </p:txBody>
      </p:sp>
      <p:sp>
        <p:nvSpPr>
          <p:cNvPr id="258" name="Google Shape;2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This Slide shows The Early Days of Flutter : Originated as a skunk works project within Google in 2013.</a:t>
            </a:r>
            <a:endParaRPr>
              <a:latin typeface="Arial"/>
              <a:ea typeface="Arial"/>
              <a:cs typeface="Arial"/>
              <a:sym typeface="Arial"/>
            </a:endParaRPr>
          </a:p>
        </p:txBody>
      </p:sp>
      <p:sp>
        <p:nvSpPr>
          <p:cNvPr id="271" name="Google Shape;27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This release marked a significant milestone in Flutter's development, indicating its stability and potential for broader use.</a:t>
            </a:r>
            <a:endParaRPr/>
          </a:p>
          <a:p>
            <a:pPr indent="0" lvl="0" marL="0" rtl="0" algn="l">
              <a:lnSpc>
                <a:spcPct val="100000"/>
              </a:lnSpc>
              <a:spcBef>
                <a:spcPts val="0"/>
              </a:spcBef>
              <a:spcAft>
                <a:spcPts val="0"/>
              </a:spcAft>
              <a:buSzPts val="1400"/>
              <a:buNone/>
            </a:pPr>
            <a:r>
              <a:rPr lang="en-US">
                <a:latin typeface="Arial"/>
                <a:ea typeface="Arial"/>
                <a:cs typeface="Arial"/>
                <a:sym typeface="Arial"/>
              </a:rPr>
              <a:t>Flutter underwent consistent performance improvements, enhancing app responsiveness and efficiency</a:t>
            </a:r>
            <a:endParaRPr/>
          </a:p>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Flutter expanded its reach by introducing support for desktop and web platforms, broadening its versatility.</a:t>
            </a:r>
            <a:endParaRPr b="0">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Flutter's thriving community fostered its adoption and success by providing comprehensive support, resources, and learning opportunities.</a:t>
            </a:r>
            <a:endParaRPr/>
          </a:p>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Flutter's widespread adoption by major players in the industry solidified its position as a leading framework.</a:t>
            </a:r>
            <a:endParaRPr b="0">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Flutter 2.0 marked a significant step forward, introducing substantial performance improvements, enhanced development tools, and expanded platform support, further solidifying its position as a mature and powerful framework.</a:t>
            </a:r>
            <a:endParaRPr/>
          </a:p>
        </p:txBody>
      </p:sp>
      <p:sp>
        <p:nvSpPr>
          <p:cNvPr id="280" name="Google Shape;28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Flutter has experienced remarkable growth and widespread adoption since its official release in 2018. The period between 2019 and 2023 has witnessed Flutter's meteoric rise to prominence, driven by significant advancements in performance, tooling, and accessibility, as well as growing adoption by major companies and a thriving ecosystem of plugins and packages. This has firmly established Flutter as a leading mobile app development framework, poised for continued success in the years to come.</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i="0" sz="12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Conclusion</a:t>
            </a:r>
            <a:endParaRPr>
              <a:latin typeface="Arial"/>
              <a:ea typeface="Arial"/>
              <a:cs typeface="Arial"/>
              <a:sym typeface="Arial"/>
            </a:endParaRPr>
          </a:p>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The period between 2019 and 2023 has witnessed Flutter's remarkable rise to prominence. Its continuous evolution, widespread adoption by major companies, thriving ecosystem, and community-driven initiatives have solidified its position as a leading mobile app development framework poised for continued success.</a:t>
            </a:r>
            <a:endParaRPr>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 </a:t>
            </a:r>
            <a:endParaRPr>
              <a:latin typeface="Arial"/>
              <a:ea typeface="Arial"/>
              <a:cs typeface="Arial"/>
              <a:sym typeface="Arial"/>
            </a:endParaRPr>
          </a:p>
        </p:txBody>
      </p:sp>
      <p:sp>
        <p:nvSpPr>
          <p:cNvPr id="289" name="Google Shape;2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Flutter, the popular cross-platform mobile app development framework, has rapidly gained traction and established itself as a leading choice for developers. This slide explores the key factors that have contributed to Flutter's remarkable success.</a:t>
            </a:r>
            <a:endParaRPr>
              <a:latin typeface="Arial"/>
              <a:ea typeface="Arial"/>
              <a:cs typeface="Arial"/>
              <a:sym typeface="Arial"/>
            </a:endParaRPr>
          </a:p>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The combination of these factors has propelled Flutter to the forefront of mobile app development, making it a preferred choice for developers and companies alike. Flutter's success story continues to unfold as it empowers developers to create innovative and engaging mobile apps for a global audience.</a:t>
            </a:r>
            <a:endParaRPr>
              <a:latin typeface="Arial"/>
              <a:ea typeface="Arial"/>
              <a:cs typeface="Arial"/>
              <a:sym typeface="Arial"/>
            </a:endParaRPr>
          </a:p>
        </p:txBody>
      </p:sp>
      <p:sp>
        <p:nvSpPr>
          <p:cNvPr id="298" name="Google Shape;2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Flutter, the popular cross-platform mobile app development framework, has revolutionized the mobile app development landscape, offering developers a powerful and efficient tool for creating high-quality apps for both iOS and Android platforms. This slide explores the key impacts Flutter has made on the industry.</a:t>
            </a:r>
            <a:endParaRPr>
              <a:latin typeface="Arial"/>
              <a:ea typeface="Arial"/>
              <a:cs typeface="Arial"/>
              <a:sym typeface="Arial"/>
            </a:endParaRPr>
          </a:p>
          <a:p>
            <a:pPr indent="0" lvl="0" marL="0" rtl="0" algn="l">
              <a:lnSpc>
                <a:spcPct val="100000"/>
              </a:lnSpc>
              <a:spcBef>
                <a:spcPts val="0"/>
              </a:spcBef>
              <a:spcAft>
                <a:spcPts val="0"/>
              </a:spcAft>
              <a:buSzPts val="1400"/>
              <a:buNone/>
            </a:pPr>
            <a:r>
              <a:rPr b="0" i="0" lang="en-US" sz="1200">
                <a:solidFill>
                  <a:schemeClr val="dk1"/>
                </a:solidFill>
                <a:latin typeface="Calibri"/>
                <a:ea typeface="Calibri"/>
                <a:cs typeface="Calibri"/>
                <a:sym typeface="Calibri"/>
              </a:rPr>
              <a:t>Flutter's impact on the mobile app development landscape has been transformative, revolutionizing the way apps are built and experienced. Its cross-platform efficiency, rapid development capabilities, rich UI capabilities, native-like performance, and thriving community have made it a preferred choice for developers and companies alike. As Flutter continues to evolve and gain traction, its impact on the industry is expected to grow even further.</a:t>
            </a:r>
            <a:endParaRPr/>
          </a:p>
        </p:txBody>
      </p:sp>
      <p:sp>
        <p:nvSpPr>
          <p:cNvPr id="307" name="Google Shape;3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Flutter, the popular cross-platform mobile app development framework, has established itself as a leading choice for developers, offering a powerful and efficient tool for creating high-quality apps. As Flutter continues to evolve, its future holds immense potential for innovation and advancement.</a:t>
            </a:r>
            <a:endParaRPr>
              <a:latin typeface="Arial"/>
              <a:ea typeface="Arial"/>
              <a:cs typeface="Arial"/>
              <a:sym typeface="Arial"/>
            </a:endParaRPr>
          </a:p>
          <a:p>
            <a:pPr indent="0" lvl="0" marL="0" rtl="0" algn="l">
              <a:lnSpc>
                <a:spcPct val="100000"/>
              </a:lnSpc>
              <a:spcBef>
                <a:spcPts val="0"/>
              </a:spcBef>
              <a:spcAft>
                <a:spcPts val="0"/>
              </a:spcAft>
              <a:buSzPts val="1400"/>
              <a:buNone/>
            </a:pPr>
            <a:r>
              <a:rPr i="0" lang="en-US" sz="1200">
                <a:solidFill>
                  <a:schemeClr val="dk1"/>
                </a:solidFill>
                <a:latin typeface="Arial"/>
                <a:ea typeface="Arial"/>
                <a:cs typeface="Arial"/>
                <a:sym typeface="Arial"/>
              </a:rPr>
              <a:t>The future of Flutter is brimming with exciting possibilities, as it continues to evolve and adapt to the ever-changing landscape of mobile app development. With its focus on performance, productivity, innovation, and accessibility, Flutter is poised to shape the future of mobile app development and user experiences.</a:t>
            </a:r>
            <a:endParaRPr>
              <a:latin typeface="Arial"/>
              <a:ea typeface="Arial"/>
              <a:cs typeface="Arial"/>
              <a:sym typeface="Arial"/>
            </a:endParaRPr>
          </a:p>
        </p:txBody>
      </p:sp>
      <p:sp>
        <p:nvSpPr>
          <p:cNvPr id="316" name="Google Shape;3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Overall, Flutter has revolutionized the way mobile apps are developed, and its impact is only going to grow stronger in the years to come.</a:t>
            </a:r>
            <a:endParaRPr/>
          </a:p>
          <a:p>
            <a:pPr indent="0" lvl="0" marL="0" rtl="0" algn="l">
              <a:lnSpc>
                <a:spcPct val="100000"/>
              </a:lnSpc>
              <a:spcBef>
                <a:spcPts val="0"/>
              </a:spcBef>
              <a:spcAft>
                <a:spcPts val="0"/>
              </a:spcAft>
              <a:buSzPts val="1400"/>
              <a:buNone/>
            </a:pPr>
            <a:r>
              <a:t/>
            </a:r>
            <a:endParaRPr/>
          </a:p>
        </p:txBody>
      </p:sp>
      <p:sp>
        <p:nvSpPr>
          <p:cNvPr id="325" name="Google Shape;3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8.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9.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3" name="Google Shape;13;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5" name="Google Shape;15;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 name="Google Shape;19;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 name="Google Shape;20;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34"/>
          <p:cNvSpPr/>
          <p:nvPr/>
        </p:nvSpPr>
        <p:spPr>
          <a:xfrm>
            <a:off x="0" y="0"/>
            <a:ext cx="12192000" cy="6858000"/>
          </a:xfrm>
          <a:prstGeom prst="rect">
            <a:avLst/>
          </a:prstGeom>
          <a:solidFill>
            <a:schemeClr val="accent1">
              <a:alpha val="5529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 name="Google Shape;24;p34"/>
          <p:cNvSpPr/>
          <p:nvPr/>
        </p:nvSpPr>
        <p:spPr>
          <a:xfrm>
            <a:off x="8301789" y="-866274"/>
            <a:ext cx="4066673" cy="4066673"/>
          </a:xfrm>
          <a:prstGeom prst="arc">
            <a:avLst>
              <a:gd fmla="val 1409913" name="adj1"/>
              <a:gd fmla="val 12880072" name="adj2"/>
            </a:avLst>
          </a:prstGeom>
          <a:noFill/>
          <a:ln cap="flat" cmpd="sng" w="19050">
            <a:solidFill>
              <a:schemeClr val="lt1">
                <a:alpha val="11372"/>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35"/>
          <p:cNvSpPr/>
          <p:nvPr/>
        </p:nvSpPr>
        <p:spPr>
          <a:xfrm flipH="1">
            <a:off x="3994321" y="809154"/>
            <a:ext cx="4427783" cy="5323880"/>
          </a:xfrm>
          <a:custGeom>
            <a:rect b="b" l="l" r="r" t="t"/>
            <a:pathLst>
              <a:path extrusionOk="0" h="962025" w="800100">
                <a:moveTo>
                  <a:pt x="198332" y="961703"/>
                </a:moveTo>
                <a:lnTo>
                  <a:pt x="646959" y="961703"/>
                </a:lnTo>
                <a:cubicBezTo>
                  <a:pt x="633624" y="935986"/>
                  <a:pt x="619337" y="903601"/>
                  <a:pt x="610764" y="885503"/>
                </a:cubicBezTo>
                <a:cubicBezTo>
                  <a:pt x="586952" y="829306"/>
                  <a:pt x="604097" y="706433"/>
                  <a:pt x="686964" y="625471"/>
                </a:cubicBezTo>
                <a:cubicBezTo>
                  <a:pt x="766022" y="548318"/>
                  <a:pt x="817457" y="398776"/>
                  <a:pt x="786024" y="283523"/>
                </a:cubicBezTo>
                <a:cubicBezTo>
                  <a:pt x="734589" y="93023"/>
                  <a:pt x="563139" y="-25087"/>
                  <a:pt x="359304" y="14918"/>
                </a:cubicBezTo>
                <a:cubicBezTo>
                  <a:pt x="359304" y="14918"/>
                  <a:pt x="183092" y="36826"/>
                  <a:pt x="124037" y="211133"/>
                </a:cubicBezTo>
                <a:cubicBezTo>
                  <a:pt x="124037" y="211133"/>
                  <a:pt x="114512" y="236851"/>
                  <a:pt x="116417" y="270188"/>
                </a:cubicBezTo>
                <a:cubicBezTo>
                  <a:pt x="121179" y="323528"/>
                  <a:pt x="83079" y="354961"/>
                  <a:pt x="59267" y="367343"/>
                </a:cubicBezTo>
                <a:cubicBezTo>
                  <a:pt x="34502" y="380678"/>
                  <a:pt x="-9313" y="402586"/>
                  <a:pt x="13547" y="427351"/>
                </a:cubicBezTo>
                <a:cubicBezTo>
                  <a:pt x="41169" y="457831"/>
                  <a:pt x="39264" y="496883"/>
                  <a:pt x="24024" y="515933"/>
                </a:cubicBezTo>
                <a:cubicBezTo>
                  <a:pt x="4974" y="538793"/>
                  <a:pt x="60219" y="539746"/>
                  <a:pt x="63077" y="552128"/>
                </a:cubicBezTo>
                <a:cubicBezTo>
                  <a:pt x="65934" y="565463"/>
                  <a:pt x="22119" y="554986"/>
                  <a:pt x="18309" y="570226"/>
                </a:cubicBezTo>
                <a:cubicBezTo>
                  <a:pt x="14499" y="586418"/>
                  <a:pt x="26882" y="590228"/>
                  <a:pt x="30692" y="609278"/>
                </a:cubicBezTo>
                <a:cubicBezTo>
                  <a:pt x="34502" y="628328"/>
                  <a:pt x="31644" y="663571"/>
                  <a:pt x="29739" y="673096"/>
                </a:cubicBezTo>
                <a:cubicBezTo>
                  <a:pt x="27834" y="682621"/>
                  <a:pt x="33549" y="739771"/>
                  <a:pt x="85937" y="744533"/>
                </a:cubicBezTo>
                <a:cubicBezTo>
                  <a:pt x="138324" y="749296"/>
                  <a:pt x="204047" y="738818"/>
                  <a:pt x="225002" y="764536"/>
                </a:cubicBezTo>
                <a:cubicBezTo>
                  <a:pt x="244052" y="790253"/>
                  <a:pt x="222144" y="890266"/>
                  <a:pt x="198332" y="96170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bg>
      <p:bgPr>
        <a:solidFill>
          <a:schemeClr val="lt1"/>
        </a:solidFill>
      </p:bgPr>
    </p:bg>
    <p:spTree>
      <p:nvGrpSpPr>
        <p:cNvPr id="28" name="Shape 2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29" name="Shape 29"/>
        <p:cNvGrpSpPr/>
        <p:nvPr/>
      </p:nvGrpSpPr>
      <p:grpSpPr>
        <a:xfrm>
          <a:off x="0" y="0"/>
          <a:ext cx="0" cy="0"/>
          <a:chOff x="0" y="0"/>
          <a:chExt cx="0" cy="0"/>
        </a:xfrm>
      </p:grpSpPr>
      <p:sp>
        <p:nvSpPr>
          <p:cNvPr id="30" name="Google Shape;30;p14"/>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3F3F3F"/>
              </a:buClr>
              <a:buSzPts val="5400"/>
              <a:buFont typeface="Arial"/>
              <a:buNone/>
              <a:defRPr b="0" i="0" sz="5400" u="none" cap="none" strike="noStrike">
                <a:solidFill>
                  <a:srgbClr val="3F3F3F"/>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31" name="Shape 3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32" name="Shape 32"/>
        <p:cNvGrpSpPr/>
        <p:nvPr/>
      </p:nvGrpSpPr>
      <p:grpSpPr>
        <a:xfrm>
          <a:off x="0" y="0"/>
          <a:ext cx="0" cy="0"/>
          <a:chOff x="0" y="0"/>
          <a:chExt cx="0" cy="0"/>
        </a:xfrm>
      </p:grpSpPr>
      <p:sp>
        <p:nvSpPr>
          <p:cNvPr id="33" name="Google Shape;33;p16"/>
          <p:cNvSpPr/>
          <p:nvPr>
            <p:ph idx="2" type="pic"/>
          </p:nvPr>
        </p:nvSpPr>
        <p:spPr>
          <a:xfrm>
            <a:off x="8554498" y="0"/>
            <a:ext cx="3637501" cy="6858000"/>
          </a:xfrm>
          <a:prstGeom prst="rect">
            <a:avLst/>
          </a:prstGeom>
          <a:solidFill>
            <a:srgbClr val="F2F2F2"/>
          </a:solidFill>
          <a:ln>
            <a:noFill/>
          </a:ln>
        </p:spPr>
      </p:sp>
      <p:sp>
        <p:nvSpPr>
          <p:cNvPr id="34" name="Google Shape;34;p16"/>
          <p:cNvSpPr/>
          <p:nvPr/>
        </p:nvSpPr>
        <p:spPr>
          <a:xfrm>
            <a:off x="4916997" y="0"/>
            <a:ext cx="3637501" cy="6858000"/>
          </a:xfrm>
          <a:prstGeom prst="rect">
            <a:avLst/>
          </a:prstGeom>
          <a:solidFill>
            <a:srgbClr val="D9C9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s slide layout">
  <p:cSld name="5_Contents slide layout">
    <p:spTree>
      <p:nvGrpSpPr>
        <p:cNvPr id="35" name="Shape 35"/>
        <p:cNvGrpSpPr/>
        <p:nvPr/>
      </p:nvGrpSpPr>
      <p:grpSpPr>
        <a:xfrm>
          <a:off x="0" y="0"/>
          <a:ext cx="0" cy="0"/>
          <a:chOff x="0" y="0"/>
          <a:chExt cx="0" cy="0"/>
        </a:xfrm>
      </p:grpSpPr>
      <p:sp>
        <p:nvSpPr>
          <p:cNvPr id="36" name="Google Shape;36;p17"/>
          <p:cNvSpPr/>
          <p:nvPr>
            <p:ph idx="2" type="pic"/>
          </p:nvPr>
        </p:nvSpPr>
        <p:spPr>
          <a:xfrm>
            <a:off x="895966" y="457200"/>
            <a:ext cx="5418966" cy="6400800"/>
          </a:xfrm>
          <a:prstGeom prst="rect">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8"/>
          <p:cNvSpPr/>
          <p:nvPr>
            <p:ph idx="2" type="pic"/>
          </p:nvPr>
        </p:nvSpPr>
        <p:spPr>
          <a:xfrm>
            <a:off x="3735978" y="1288869"/>
            <a:ext cx="4423955" cy="2499360"/>
          </a:xfrm>
          <a:prstGeom prst="rect">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s slide layout">
  <p:cSld name="7_Contents slide layout">
    <p:spTree>
      <p:nvGrpSpPr>
        <p:cNvPr id="39" name="Shape 39"/>
        <p:cNvGrpSpPr/>
        <p:nvPr/>
      </p:nvGrpSpPr>
      <p:grpSpPr>
        <a:xfrm>
          <a:off x="0" y="0"/>
          <a:ext cx="0" cy="0"/>
          <a:chOff x="0" y="0"/>
          <a:chExt cx="0" cy="0"/>
        </a:xfrm>
      </p:grpSpPr>
      <p:sp>
        <p:nvSpPr>
          <p:cNvPr id="40" name="Google Shape;40;p19"/>
          <p:cNvSpPr/>
          <p:nvPr>
            <p:ph idx="2" type="pic"/>
          </p:nvPr>
        </p:nvSpPr>
        <p:spPr>
          <a:xfrm>
            <a:off x="5661437" y="0"/>
            <a:ext cx="6530564" cy="6858000"/>
          </a:xfrm>
          <a:prstGeom prst="rect">
            <a:avLst/>
          </a:prstGeom>
          <a:solidFill>
            <a:srgbClr val="F2F2F2"/>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41" name="Shape 4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42" name="Shape 42"/>
        <p:cNvGrpSpPr/>
        <p:nvPr/>
      </p:nvGrpSpPr>
      <p:grpSpPr>
        <a:xfrm>
          <a:off x="0" y="0"/>
          <a:ext cx="0" cy="0"/>
          <a:chOff x="0" y="0"/>
          <a:chExt cx="0" cy="0"/>
        </a:xfrm>
      </p:grpSpPr>
      <p:sp>
        <p:nvSpPr>
          <p:cNvPr id="43" name="Google Shape;43;p21"/>
          <p:cNvSpPr/>
          <p:nvPr/>
        </p:nvSpPr>
        <p:spPr>
          <a:xfrm>
            <a:off x="3657374" y="5481089"/>
            <a:ext cx="9765326" cy="481664"/>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44" name="Google Shape;44;p21"/>
          <p:cNvSpPr/>
          <p:nvPr/>
        </p:nvSpPr>
        <p:spPr>
          <a:xfrm>
            <a:off x="8031192" y="0"/>
            <a:ext cx="4160808" cy="502057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45" name="Google Shape;45;p21"/>
          <p:cNvGrpSpPr/>
          <p:nvPr/>
        </p:nvGrpSpPr>
        <p:grpSpPr>
          <a:xfrm>
            <a:off x="5070224" y="2165229"/>
            <a:ext cx="6484347" cy="3562709"/>
            <a:chOff x="-548507" y="477868"/>
            <a:chExt cx="11570449" cy="6357177"/>
          </a:xfrm>
        </p:grpSpPr>
        <p:sp>
          <p:nvSpPr>
            <p:cNvPr id="46" name="Google Shape;46;p21"/>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21"/>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21"/>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21"/>
            <p:cNvSpPr/>
            <p:nvPr/>
          </p:nvSpPr>
          <p:spPr>
            <a:xfrm>
              <a:off x="-548507" y="6164484"/>
              <a:ext cx="11570449"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 name="Google Shape;50;p21"/>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51" name="Google Shape;51;p21"/>
            <p:cNvGrpSpPr/>
            <p:nvPr/>
          </p:nvGrpSpPr>
          <p:grpSpPr>
            <a:xfrm>
              <a:off x="1606" y="6382978"/>
              <a:ext cx="413937" cy="115242"/>
              <a:chOff x="5955" y="6353672"/>
              <a:chExt cx="413937" cy="115242"/>
            </a:xfrm>
          </p:grpSpPr>
          <p:sp>
            <p:nvSpPr>
              <p:cNvPr id="52" name="Google Shape;52;p21"/>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 name="Google Shape;53;p21"/>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54" name="Google Shape;54;p21"/>
            <p:cNvGrpSpPr/>
            <p:nvPr/>
          </p:nvGrpSpPr>
          <p:grpSpPr>
            <a:xfrm>
              <a:off x="9855291" y="6381600"/>
              <a:ext cx="885989" cy="115242"/>
              <a:chOff x="5955" y="6353672"/>
              <a:chExt cx="413937" cy="115242"/>
            </a:xfrm>
          </p:grpSpPr>
          <p:sp>
            <p:nvSpPr>
              <p:cNvPr id="55" name="Google Shape;55;p21"/>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6" name="Google Shape;56;p21"/>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57" name="Google Shape;57;p21"/>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8" name="Google Shape;58;p21"/>
          <p:cNvSpPr/>
          <p:nvPr>
            <p:ph idx="2" type="pic"/>
          </p:nvPr>
        </p:nvSpPr>
        <p:spPr>
          <a:xfrm>
            <a:off x="5920884" y="2342075"/>
            <a:ext cx="4775660" cy="2877630"/>
          </a:xfrm>
          <a:prstGeom prst="rect">
            <a:avLst/>
          </a:prstGeom>
          <a:solidFill>
            <a:srgbClr val="F2F2F2"/>
          </a:solidFill>
          <a:ln>
            <a:noFill/>
          </a:ln>
        </p:spPr>
      </p:sp>
      <p:sp>
        <p:nvSpPr>
          <p:cNvPr id="59" name="Google Shape;59;p21"/>
          <p:cNvSpPr/>
          <p:nvPr>
            <p:ph idx="3" type="pic"/>
          </p:nvPr>
        </p:nvSpPr>
        <p:spPr>
          <a:xfrm>
            <a:off x="0" y="672860"/>
            <a:ext cx="4160809" cy="1992702"/>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60" name="Shape 6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ontents slide layout">
  <p:cSld name="11_Contents slide layout">
    <p:spTree>
      <p:nvGrpSpPr>
        <p:cNvPr id="61" name="Shape 61"/>
        <p:cNvGrpSpPr/>
        <p:nvPr/>
      </p:nvGrpSpPr>
      <p:grpSpPr>
        <a:xfrm>
          <a:off x="0" y="0"/>
          <a:ext cx="0" cy="0"/>
          <a:chOff x="0" y="0"/>
          <a:chExt cx="0" cy="0"/>
        </a:xfrm>
      </p:grpSpPr>
      <p:sp>
        <p:nvSpPr>
          <p:cNvPr id="62" name="Google Shape;62;p23"/>
          <p:cNvSpPr/>
          <p:nvPr/>
        </p:nvSpPr>
        <p:spPr>
          <a:xfrm>
            <a:off x="3786996" y="1397480"/>
            <a:ext cx="7142672" cy="40630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 name="Google Shape;63;p23"/>
          <p:cNvSpPr/>
          <p:nvPr>
            <p:ph idx="2" type="pic"/>
          </p:nvPr>
        </p:nvSpPr>
        <p:spPr>
          <a:xfrm>
            <a:off x="6858000" y="1990185"/>
            <a:ext cx="5334000" cy="2877630"/>
          </a:xfrm>
          <a:prstGeom prst="rect">
            <a:avLst/>
          </a:prstGeom>
          <a:solidFill>
            <a:srgbClr val="F2F2F2"/>
          </a:solidFill>
          <a:ln>
            <a:noFill/>
          </a:ln>
        </p:spPr>
      </p:sp>
      <p:sp>
        <p:nvSpPr>
          <p:cNvPr id="64" name="Google Shape;64;p23"/>
          <p:cNvSpPr/>
          <p:nvPr>
            <p:ph idx="3" type="pic"/>
          </p:nvPr>
        </p:nvSpPr>
        <p:spPr>
          <a:xfrm>
            <a:off x="2674477" y="1990185"/>
            <a:ext cx="2975825" cy="2877630"/>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65" name="Shape 6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ontents slide layout">
  <p:cSld name="13_Contents slide layout">
    <p:spTree>
      <p:nvGrpSpPr>
        <p:cNvPr id="66" name="Shape 66"/>
        <p:cNvGrpSpPr/>
        <p:nvPr/>
      </p:nvGrpSpPr>
      <p:grpSpPr>
        <a:xfrm>
          <a:off x="0" y="0"/>
          <a:ext cx="0" cy="0"/>
          <a:chOff x="0" y="0"/>
          <a:chExt cx="0" cy="0"/>
        </a:xfrm>
      </p:grpSpPr>
      <p:sp>
        <p:nvSpPr>
          <p:cNvPr id="67" name="Google Shape;67;p25"/>
          <p:cNvSpPr/>
          <p:nvPr/>
        </p:nvSpPr>
        <p:spPr>
          <a:xfrm>
            <a:off x="0" y="0"/>
            <a:ext cx="7039155" cy="364034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 name="Google Shape;68;p25"/>
          <p:cNvSpPr/>
          <p:nvPr>
            <p:ph idx="2" type="pic"/>
          </p:nvPr>
        </p:nvSpPr>
        <p:spPr>
          <a:xfrm>
            <a:off x="743912" y="558205"/>
            <a:ext cx="4487992" cy="2510755"/>
          </a:xfrm>
          <a:prstGeom prst="rect">
            <a:avLst/>
          </a:prstGeom>
          <a:solidFill>
            <a:srgbClr val="F2F2F2"/>
          </a:solidFill>
          <a:ln>
            <a:noFill/>
          </a:ln>
        </p:spPr>
      </p:sp>
      <p:sp>
        <p:nvSpPr>
          <p:cNvPr id="69" name="Google Shape;69;p25"/>
          <p:cNvSpPr/>
          <p:nvPr>
            <p:ph idx="3" type="pic"/>
          </p:nvPr>
        </p:nvSpPr>
        <p:spPr>
          <a:xfrm>
            <a:off x="5423925" y="546208"/>
            <a:ext cx="3168352" cy="5771792"/>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70" name="Shape 7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71" name="Shape 71"/>
        <p:cNvGrpSpPr/>
        <p:nvPr/>
      </p:nvGrpSpPr>
      <p:grpSpPr>
        <a:xfrm>
          <a:off x="0" y="0"/>
          <a:ext cx="0" cy="0"/>
          <a:chOff x="0" y="0"/>
          <a:chExt cx="0" cy="0"/>
        </a:xfrm>
      </p:grpSpPr>
      <p:sp>
        <p:nvSpPr>
          <p:cNvPr id="72" name="Google Shape;72;p27"/>
          <p:cNvSpPr/>
          <p:nvPr/>
        </p:nvSpPr>
        <p:spPr>
          <a:xfrm>
            <a:off x="0" y="863125"/>
            <a:ext cx="6546079" cy="51317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 name="Google Shape;73;p27"/>
          <p:cNvSpPr/>
          <p:nvPr>
            <p:ph idx="2" type="pic"/>
          </p:nvPr>
        </p:nvSpPr>
        <p:spPr>
          <a:xfrm>
            <a:off x="6096000" y="2959216"/>
            <a:ext cx="6096000" cy="2700000"/>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p:cSld name="17_Contents slide layout">
    <p:bg>
      <p:bgPr>
        <a:blipFill>
          <a:blip r:embed="rId2">
            <a:alphaModFix/>
          </a:blip>
          <a:stretch>
            <a:fillRect/>
          </a:stretch>
        </a:blipFill>
      </p:bgPr>
    </p:bg>
    <p:spTree>
      <p:nvGrpSpPr>
        <p:cNvPr id="74" name="Shape 7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75" name="Shape 7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76" name="Shape 76"/>
        <p:cNvGrpSpPr/>
        <p:nvPr/>
      </p:nvGrpSpPr>
      <p:grpSpPr>
        <a:xfrm>
          <a:off x="0" y="0"/>
          <a:ext cx="0" cy="0"/>
          <a:chOff x="0" y="0"/>
          <a:chExt cx="0" cy="0"/>
        </a:xfrm>
      </p:grpSpPr>
      <p:sp>
        <p:nvSpPr>
          <p:cNvPr id="77" name="Google Shape;77;p30"/>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3F3F3F"/>
              </a:buClr>
              <a:buSzPts val="5400"/>
              <a:buFont typeface="Arial"/>
              <a:buNone/>
              <a:defRPr b="0" i="0" sz="5400" u="none" cap="none" strike="noStrike">
                <a:solidFill>
                  <a:srgbClr val="3F3F3F"/>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78" name="Shape 78"/>
        <p:cNvGrpSpPr/>
        <p:nvPr/>
      </p:nvGrpSpPr>
      <p:grpSpPr>
        <a:xfrm>
          <a:off x="0" y="0"/>
          <a:ext cx="0" cy="0"/>
          <a:chOff x="0" y="0"/>
          <a:chExt cx="0" cy="0"/>
        </a:xfrm>
      </p:grpSpPr>
      <p:sp>
        <p:nvSpPr>
          <p:cNvPr id="79" name="Google Shape;79;p31"/>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3F3F3F"/>
              </a:buClr>
              <a:buSzPts val="5400"/>
              <a:buFont typeface="Arial"/>
              <a:buNone/>
              <a:defRPr b="0" i="0" sz="5400" u="none" cap="none" strike="noStrike">
                <a:solidFill>
                  <a:srgbClr val="3F3F3F"/>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0" name="Google Shape;80;p31"/>
          <p:cNvSpPr/>
          <p:nvPr/>
        </p:nvSpPr>
        <p:spPr>
          <a:xfrm>
            <a:off x="354010" y="1131591"/>
            <a:ext cx="3560767" cy="5402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81" name="Google Shape;81;p31"/>
          <p:cNvSpPr/>
          <p:nvPr/>
        </p:nvSpPr>
        <p:spPr>
          <a:xfrm>
            <a:off x="531933" y="1347500"/>
            <a:ext cx="153868" cy="5015200"/>
          </a:xfrm>
          <a:prstGeom prst="roundRect">
            <a:avLst>
              <a:gd fmla="val 50000" name="adj"/>
            </a:avLst>
          </a:prstGeom>
          <a:solidFill>
            <a:schemeClr val="lt1">
              <a:alpha val="4039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82" name="Google Shape;82;p31"/>
          <p:cNvSpPr/>
          <p:nvPr/>
        </p:nvSpPr>
        <p:spPr>
          <a:xfrm rot="5400000">
            <a:off x="3057177" y="1276653"/>
            <a:ext cx="685849" cy="685148"/>
          </a:xfrm>
          <a:prstGeom prst="halfFrame">
            <a:avLst>
              <a:gd fmla="val 23728" name="adj1"/>
              <a:gd fmla="val 24642" name="adj2"/>
            </a:avLst>
          </a:prstGeom>
          <a:solidFill>
            <a:schemeClr val="lt1">
              <a:alpha val="2235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83" name="Google Shape;83;p31"/>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You can Resize without losing quality</a:t>
            </a:r>
            <a:endParaRPr b="1" i="0" sz="1400" u="none" cap="none" strike="noStrike">
              <a:solidFill>
                <a:schemeClr val="lt1"/>
              </a:solidFill>
              <a:latin typeface="Arial"/>
              <a:ea typeface="Arial"/>
              <a:cs typeface="Arial"/>
              <a:sym typeface="Arial"/>
            </a:endParaRPr>
          </a:p>
        </p:txBody>
      </p:sp>
      <p:sp>
        <p:nvSpPr>
          <p:cNvPr id="84" name="Google Shape;84;p31"/>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Line Color</a:t>
            </a:r>
            <a:endParaRPr b="1" i="0" sz="1400" u="none" cap="none" strike="noStrike">
              <a:solidFill>
                <a:schemeClr val="lt1"/>
              </a:solidFill>
              <a:latin typeface="Arial"/>
              <a:ea typeface="Arial"/>
              <a:cs typeface="Arial"/>
              <a:sym typeface="Arial"/>
            </a:endParaRPr>
          </a:p>
        </p:txBody>
      </p:sp>
      <p:sp>
        <p:nvSpPr>
          <p:cNvPr id="85" name="Google Shape;85;p31"/>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www.allppt.com</a:t>
            </a:r>
            <a:endParaRPr b="0" i="0" sz="1400" u="none" cap="none" strike="noStrike">
              <a:solidFill>
                <a:schemeClr val="lt1"/>
              </a:solidFill>
              <a:latin typeface="Arial"/>
              <a:ea typeface="Arial"/>
              <a:cs typeface="Arial"/>
              <a:sym typeface="Arial"/>
            </a:endParaRPr>
          </a:p>
        </p:txBody>
      </p:sp>
      <p:sp>
        <p:nvSpPr>
          <p:cNvPr id="86" name="Google Shape;86;p31"/>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 name="Shape 87"/>
        <p:cNvGrpSpPr/>
        <p:nvPr/>
      </p:nvGrpSpPr>
      <p:grpSpPr>
        <a:xfrm>
          <a:off x="0" y="0"/>
          <a:ext cx="0" cy="0"/>
          <a:chOff x="0" y="0"/>
          <a:chExt cx="0" cy="0"/>
        </a:xfrm>
      </p:grpSpPr>
      <p:sp>
        <p:nvSpPr>
          <p:cNvPr id="88" name="Google Shape;88;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90" name="Google Shape;90;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1" name="Google Shape;91;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2" name="Google Shape;92;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3" name="Shape 93"/>
        <p:cNvGrpSpPr/>
        <p:nvPr/>
      </p:nvGrpSpPr>
      <p:grpSpPr>
        <a:xfrm>
          <a:off x="0" y="0"/>
          <a:ext cx="0" cy="0"/>
          <a:chOff x="0" y="0"/>
          <a:chExt cx="0" cy="0"/>
        </a:xfrm>
      </p:grpSpPr>
      <p:sp>
        <p:nvSpPr>
          <p:cNvPr id="94" name="Google Shape;94;p3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5" name="Google Shape;95;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6" name="Google Shape;96;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7" name="Google Shape;97;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8" name="Google Shape;98;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100" name="Shape 10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01" name="Shape 101"/>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 name="Shape 102"/>
        <p:cNvGrpSpPr/>
        <p:nvPr/>
      </p:nvGrpSpPr>
      <p:grpSpPr>
        <a:xfrm>
          <a:off x="0" y="0"/>
          <a:ext cx="0" cy="0"/>
          <a:chOff x="0" y="0"/>
          <a:chExt cx="0" cy="0"/>
        </a:xfrm>
      </p:grpSpPr>
      <p:sp>
        <p:nvSpPr>
          <p:cNvPr id="103" name="Google Shape;103;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05" name="Google Shape;105;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6" name="Google Shape;106;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7" name="Google Shape;107;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8" name="Shape 108"/>
        <p:cNvGrpSpPr/>
        <p:nvPr/>
      </p:nvGrpSpPr>
      <p:grpSpPr>
        <a:xfrm>
          <a:off x="0" y="0"/>
          <a:ext cx="0" cy="0"/>
          <a:chOff x="0" y="0"/>
          <a:chExt cx="0" cy="0"/>
        </a:xfrm>
      </p:grpSpPr>
      <p:sp>
        <p:nvSpPr>
          <p:cNvPr id="109" name="Google Shape;109;p4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1" name="Google Shape;111;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2" name="Google Shape;112;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13" name="Google Shape;113;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Slide layout">
  <p:cSld name="Section Break Slide layout">
    <p:bg>
      <p:bgPr>
        <a:blipFill>
          <a:blip r:embed="rId2">
            <a:alphaModFix/>
          </a:blip>
          <a:stretch>
            <a:fillRect/>
          </a:stretch>
        </a:blipFill>
      </p:bgPr>
    </p:bg>
    <p:spTree>
      <p:nvGrpSpPr>
        <p:cNvPr id="115" name="Shape 115"/>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8" name="Google Shape;118;p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19" name="Google Shape;119;p4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0" name="Google Shape;120;p4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1" name="Google Shape;121;p4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4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4" name="Google Shape;124;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5" name="Google Shape;125;p4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6" name="Google Shape;126;p4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7" name="Google Shape;127;p4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129" name="Shape 12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30" name="Shape 130"/>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4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 name="Google Shape;133;p4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34" name="Google Shape;134;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5" name="Google Shape;135;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6" name="Google Shape;136;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7" name="Shape 137"/>
        <p:cNvGrpSpPr/>
        <p:nvPr/>
      </p:nvGrpSpPr>
      <p:grpSpPr>
        <a:xfrm>
          <a:off x="0" y="0"/>
          <a:ext cx="0" cy="0"/>
          <a:chOff x="0" y="0"/>
          <a:chExt cx="0" cy="0"/>
        </a:xfrm>
      </p:grpSpPr>
      <p:sp>
        <p:nvSpPr>
          <p:cNvPr id="138" name="Google Shape;138;p4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9" name="Google Shape;139;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0" name="Google Shape;140;p4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1" name="Google Shape;141;p4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2" name="Google Shape;142;p4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144" name="Shape 144"/>
        <p:cNvGrpSpPr/>
        <p:nvPr/>
      </p:nvGrpSpPr>
      <p:grpSpPr>
        <a:xfrm>
          <a:off x="0" y="0"/>
          <a:ext cx="0" cy="0"/>
          <a:chOff x="0" y="0"/>
          <a:chExt cx="0" cy="0"/>
        </a:xfrm>
      </p:grpSpPr>
      <p:sp>
        <p:nvSpPr>
          <p:cNvPr id="145" name="Google Shape;145;p51"/>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146" name="Shape 146"/>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147" name="Shape 147"/>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148" name="Shape 148"/>
        <p:cNvGrpSpPr/>
        <p:nvPr/>
      </p:nvGrpSpPr>
      <p:grpSpPr>
        <a:xfrm>
          <a:off x="0" y="0"/>
          <a:ext cx="0" cy="0"/>
          <a:chOff x="0" y="0"/>
          <a:chExt cx="0" cy="0"/>
        </a:xfrm>
      </p:grpSpPr>
      <p:sp>
        <p:nvSpPr>
          <p:cNvPr id="149" name="Google Shape;149;p54"/>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0" name="Google Shape;150;p54"/>
          <p:cNvSpPr/>
          <p:nvPr/>
        </p:nvSpPr>
        <p:spPr>
          <a:xfrm>
            <a:off x="714000" y="1560384"/>
            <a:ext cx="10764000" cy="3276000"/>
          </a:xfrm>
          <a:prstGeom prst="roundRect">
            <a:avLst>
              <a:gd fmla="val 899" name="adj"/>
            </a:avLst>
          </a:prstGeom>
          <a:solidFill>
            <a:schemeClr val="accent1"/>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1" name="Google Shape;151;p54"/>
          <p:cNvSpPr/>
          <p:nvPr>
            <p:ph idx="2" type="pic"/>
          </p:nvPr>
        </p:nvSpPr>
        <p:spPr>
          <a:xfrm>
            <a:off x="893359" y="1741253"/>
            <a:ext cx="1908000" cy="2520000"/>
          </a:xfrm>
          <a:prstGeom prst="rect">
            <a:avLst/>
          </a:prstGeom>
          <a:solidFill>
            <a:srgbClr val="F2F2F2"/>
          </a:solidFill>
          <a:ln>
            <a:noFill/>
          </a:ln>
        </p:spPr>
      </p:sp>
      <p:sp>
        <p:nvSpPr>
          <p:cNvPr id="152" name="Google Shape;152;p54"/>
          <p:cNvSpPr/>
          <p:nvPr>
            <p:ph idx="3" type="pic"/>
          </p:nvPr>
        </p:nvSpPr>
        <p:spPr>
          <a:xfrm>
            <a:off x="3018201" y="1741253"/>
            <a:ext cx="1908000" cy="2520000"/>
          </a:xfrm>
          <a:prstGeom prst="rect">
            <a:avLst/>
          </a:prstGeom>
          <a:solidFill>
            <a:srgbClr val="F2F2F2"/>
          </a:solidFill>
          <a:ln>
            <a:noFill/>
          </a:ln>
        </p:spPr>
      </p:sp>
      <p:sp>
        <p:nvSpPr>
          <p:cNvPr id="153" name="Google Shape;153;p54"/>
          <p:cNvSpPr/>
          <p:nvPr>
            <p:ph idx="4" type="pic"/>
          </p:nvPr>
        </p:nvSpPr>
        <p:spPr>
          <a:xfrm>
            <a:off x="5143043" y="1741253"/>
            <a:ext cx="1908000" cy="2520000"/>
          </a:xfrm>
          <a:prstGeom prst="rect">
            <a:avLst/>
          </a:prstGeom>
          <a:solidFill>
            <a:srgbClr val="F2F2F2"/>
          </a:solidFill>
          <a:ln>
            <a:noFill/>
          </a:ln>
        </p:spPr>
      </p:sp>
      <p:sp>
        <p:nvSpPr>
          <p:cNvPr id="154" name="Google Shape;154;p54"/>
          <p:cNvSpPr/>
          <p:nvPr>
            <p:ph idx="5" type="pic"/>
          </p:nvPr>
        </p:nvSpPr>
        <p:spPr>
          <a:xfrm>
            <a:off x="7267884" y="1741253"/>
            <a:ext cx="1908000" cy="2520000"/>
          </a:xfrm>
          <a:prstGeom prst="rect">
            <a:avLst/>
          </a:prstGeom>
          <a:solidFill>
            <a:srgbClr val="F2F2F2"/>
          </a:solidFill>
          <a:ln>
            <a:noFill/>
          </a:ln>
        </p:spPr>
      </p:sp>
      <p:sp>
        <p:nvSpPr>
          <p:cNvPr id="155" name="Google Shape;155;p54"/>
          <p:cNvSpPr/>
          <p:nvPr>
            <p:ph idx="6" type="pic"/>
          </p:nvPr>
        </p:nvSpPr>
        <p:spPr>
          <a:xfrm>
            <a:off x="9392725" y="1741253"/>
            <a:ext cx="1908000" cy="2520000"/>
          </a:xfrm>
          <a:prstGeom prst="rect">
            <a:avLst/>
          </a:prstGeom>
          <a:solidFill>
            <a:srgbClr val="F2F2F2"/>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s slide layout">
  <p:cSld name="5_Contents slide layout">
    <p:spTree>
      <p:nvGrpSpPr>
        <p:cNvPr id="156" name="Shape 156"/>
        <p:cNvGrpSpPr/>
        <p:nvPr/>
      </p:nvGrpSpPr>
      <p:grpSpPr>
        <a:xfrm>
          <a:off x="0" y="0"/>
          <a:ext cx="0" cy="0"/>
          <a:chOff x="0" y="0"/>
          <a:chExt cx="0" cy="0"/>
        </a:xfrm>
      </p:grpSpPr>
      <p:sp>
        <p:nvSpPr>
          <p:cNvPr id="157" name="Google Shape;157;p55"/>
          <p:cNvSpPr/>
          <p:nvPr/>
        </p:nvSpPr>
        <p:spPr>
          <a:xfrm>
            <a:off x="0" y="2303253"/>
            <a:ext cx="12192000" cy="225149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8" name="Google Shape;158;p55"/>
          <p:cNvSpPr/>
          <p:nvPr/>
        </p:nvSpPr>
        <p:spPr>
          <a:xfrm>
            <a:off x="0" y="4592128"/>
            <a:ext cx="12192000" cy="1035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9" name="Google Shape;159;p55"/>
          <p:cNvSpPr/>
          <p:nvPr/>
        </p:nvSpPr>
        <p:spPr>
          <a:xfrm>
            <a:off x="0" y="2162355"/>
            <a:ext cx="12192000" cy="1035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0" name="Google Shape;160;p55"/>
          <p:cNvSpPr/>
          <p:nvPr>
            <p:ph idx="2" type="pic"/>
          </p:nvPr>
        </p:nvSpPr>
        <p:spPr>
          <a:xfrm>
            <a:off x="6961516" y="573702"/>
            <a:ext cx="4468483" cy="5710596"/>
          </a:xfrm>
          <a:prstGeom prst="rect">
            <a:avLst/>
          </a:prstGeom>
          <a:solidFill>
            <a:srgbClr val="F2F2F2"/>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161" name="Shape 161"/>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s slide layout">
  <p:cSld name="7_Contents slide layout">
    <p:spTree>
      <p:nvGrpSpPr>
        <p:cNvPr id="162" name="Shape 162"/>
        <p:cNvGrpSpPr/>
        <p:nvPr/>
      </p:nvGrpSpPr>
      <p:grpSpPr>
        <a:xfrm>
          <a:off x="0" y="0"/>
          <a:ext cx="0" cy="0"/>
          <a:chOff x="0" y="0"/>
          <a:chExt cx="0" cy="0"/>
        </a:xfrm>
      </p:grpSpPr>
      <p:sp>
        <p:nvSpPr>
          <p:cNvPr id="163" name="Google Shape;163;p57"/>
          <p:cNvSpPr/>
          <p:nvPr>
            <p:ph idx="2" type="pic"/>
          </p:nvPr>
        </p:nvSpPr>
        <p:spPr>
          <a:xfrm>
            <a:off x="0" y="0"/>
            <a:ext cx="6504010" cy="6858000"/>
          </a:xfrm>
          <a:prstGeom prst="rect">
            <a:avLst/>
          </a:prstGeom>
          <a:solidFill>
            <a:srgbClr val="F2F2F2"/>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164" name="Shape 164"/>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165" name="Shape 165"/>
        <p:cNvGrpSpPr/>
        <p:nvPr/>
      </p:nvGrpSpPr>
      <p:grpSpPr>
        <a:xfrm>
          <a:off x="0" y="0"/>
          <a:ext cx="0" cy="0"/>
          <a:chOff x="0" y="0"/>
          <a:chExt cx="0" cy="0"/>
        </a:xfrm>
      </p:grpSpPr>
      <p:sp>
        <p:nvSpPr>
          <p:cNvPr id="166" name="Google Shape;166;p59"/>
          <p:cNvSpPr/>
          <p:nvPr/>
        </p:nvSpPr>
        <p:spPr>
          <a:xfrm>
            <a:off x="547181" y="1761846"/>
            <a:ext cx="11097638" cy="3334311"/>
          </a:xfrm>
          <a:prstGeom prst="frame">
            <a:avLst>
              <a:gd fmla="val 2412" name="adj1"/>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sp>
        <p:nvSpPr>
          <p:cNvPr id="167" name="Google Shape;167;p59"/>
          <p:cNvSpPr/>
          <p:nvPr>
            <p:ph idx="2" type="pic"/>
          </p:nvPr>
        </p:nvSpPr>
        <p:spPr>
          <a:xfrm>
            <a:off x="910352" y="569068"/>
            <a:ext cx="3661647" cy="5719864"/>
          </a:xfrm>
          <a:prstGeom prst="rect">
            <a:avLst/>
          </a:prstGeom>
          <a:solidFill>
            <a:srgbClr val="F2F2F2"/>
          </a:soli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168" name="Shape 16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ontents slide layout">
  <p:cSld name="11_Contents slide layout">
    <p:spTree>
      <p:nvGrpSpPr>
        <p:cNvPr id="169" name="Shape 169"/>
        <p:cNvGrpSpPr/>
        <p:nvPr/>
      </p:nvGrpSpPr>
      <p:grpSpPr>
        <a:xfrm>
          <a:off x="0" y="0"/>
          <a:ext cx="0" cy="0"/>
          <a:chOff x="0" y="0"/>
          <a:chExt cx="0" cy="0"/>
        </a:xfrm>
      </p:grpSpPr>
      <p:sp>
        <p:nvSpPr>
          <p:cNvPr id="170" name="Google Shape;170;p61"/>
          <p:cNvSpPr/>
          <p:nvPr/>
        </p:nvSpPr>
        <p:spPr>
          <a:xfrm>
            <a:off x="1" y="0"/>
            <a:ext cx="3884023"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71" name="Google Shape;171;p61"/>
          <p:cNvGrpSpPr/>
          <p:nvPr/>
        </p:nvGrpSpPr>
        <p:grpSpPr>
          <a:xfrm>
            <a:off x="4484680" y="2679371"/>
            <a:ext cx="2029599" cy="3505672"/>
            <a:chOff x="1438761" y="2033015"/>
            <a:chExt cx="1980000" cy="3420000"/>
          </a:xfrm>
        </p:grpSpPr>
        <p:sp>
          <p:nvSpPr>
            <p:cNvPr id="172" name="Google Shape;172;p61"/>
            <p:cNvSpPr/>
            <p:nvPr/>
          </p:nvSpPr>
          <p:spPr>
            <a:xfrm>
              <a:off x="1438761" y="2033015"/>
              <a:ext cx="1980000" cy="3420000"/>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73" name="Google Shape;173;p61"/>
            <p:cNvSpPr/>
            <p:nvPr/>
          </p:nvSpPr>
          <p:spPr>
            <a:xfrm>
              <a:off x="2310398" y="2205587"/>
              <a:ext cx="236725" cy="45719"/>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nvGrpSpPr>
            <p:cNvPr id="174" name="Google Shape;174;p61"/>
            <p:cNvGrpSpPr/>
            <p:nvPr/>
          </p:nvGrpSpPr>
          <p:grpSpPr>
            <a:xfrm>
              <a:off x="2332851" y="5138854"/>
              <a:ext cx="191820" cy="211002"/>
              <a:chOff x="2453209" y="5151638"/>
              <a:chExt cx="191820" cy="211002"/>
            </a:xfrm>
          </p:grpSpPr>
          <p:sp>
            <p:nvSpPr>
              <p:cNvPr id="175" name="Google Shape;175;p61"/>
              <p:cNvSpPr/>
              <p:nvPr/>
            </p:nvSpPr>
            <p:spPr>
              <a:xfrm>
                <a:off x="2453209" y="5151638"/>
                <a:ext cx="191820" cy="211002"/>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76" name="Google Shape;176;p61"/>
              <p:cNvSpPr/>
              <p:nvPr/>
            </p:nvSpPr>
            <p:spPr>
              <a:xfrm>
                <a:off x="2505251" y="5208531"/>
                <a:ext cx="87734" cy="97215"/>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grpSp>
      <p:grpSp>
        <p:nvGrpSpPr>
          <p:cNvPr id="177" name="Google Shape;177;p61"/>
          <p:cNvGrpSpPr/>
          <p:nvPr/>
        </p:nvGrpSpPr>
        <p:grpSpPr>
          <a:xfrm>
            <a:off x="6976147" y="2717584"/>
            <a:ext cx="2029599" cy="3505672"/>
            <a:chOff x="1438761" y="2033015"/>
            <a:chExt cx="1980000" cy="3420000"/>
          </a:xfrm>
        </p:grpSpPr>
        <p:sp>
          <p:nvSpPr>
            <p:cNvPr id="178" name="Google Shape;178;p61"/>
            <p:cNvSpPr/>
            <p:nvPr/>
          </p:nvSpPr>
          <p:spPr>
            <a:xfrm>
              <a:off x="1438761" y="2033015"/>
              <a:ext cx="1980000" cy="3420000"/>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79" name="Google Shape;179;p61"/>
            <p:cNvSpPr/>
            <p:nvPr/>
          </p:nvSpPr>
          <p:spPr>
            <a:xfrm>
              <a:off x="2310398" y="2205587"/>
              <a:ext cx="236725" cy="45719"/>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nvGrpSpPr>
            <p:cNvPr id="180" name="Google Shape;180;p61"/>
            <p:cNvGrpSpPr/>
            <p:nvPr/>
          </p:nvGrpSpPr>
          <p:grpSpPr>
            <a:xfrm>
              <a:off x="2332851" y="5138854"/>
              <a:ext cx="191820" cy="211002"/>
              <a:chOff x="2453209" y="5151638"/>
              <a:chExt cx="191820" cy="211002"/>
            </a:xfrm>
          </p:grpSpPr>
          <p:sp>
            <p:nvSpPr>
              <p:cNvPr id="181" name="Google Shape;181;p61"/>
              <p:cNvSpPr/>
              <p:nvPr/>
            </p:nvSpPr>
            <p:spPr>
              <a:xfrm>
                <a:off x="2453209" y="5151638"/>
                <a:ext cx="191820" cy="211002"/>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82" name="Google Shape;182;p61"/>
              <p:cNvSpPr/>
              <p:nvPr/>
            </p:nvSpPr>
            <p:spPr>
              <a:xfrm>
                <a:off x="2505251" y="5208531"/>
                <a:ext cx="87734" cy="97215"/>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grpSp>
      <p:grpSp>
        <p:nvGrpSpPr>
          <p:cNvPr id="183" name="Google Shape;183;p61"/>
          <p:cNvGrpSpPr/>
          <p:nvPr/>
        </p:nvGrpSpPr>
        <p:grpSpPr>
          <a:xfrm>
            <a:off x="9467615" y="2727858"/>
            <a:ext cx="2029599" cy="3505672"/>
            <a:chOff x="1438761" y="2033015"/>
            <a:chExt cx="1980000" cy="3420000"/>
          </a:xfrm>
        </p:grpSpPr>
        <p:sp>
          <p:nvSpPr>
            <p:cNvPr id="184" name="Google Shape;184;p61"/>
            <p:cNvSpPr/>
            <p:nvPr/>
          </p:nvSpPr>
          <p:spPr>
            <a:xfrm>
              <a:off x="1438761" y="2033015"/>
              <a:ext cx="1980000" cy="3420000"/>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85" name="Google Shape;185;p61"/>
            <p:cNvSpPr/>
            <p:nvPr/>
          </p:nvSpPr>
          <p:spPr>
            <a:xfrm>
              <a:off x="2310398" y="2205587"/>
              <a:ext cx="236725" cy="45719"/>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nvGrpSpPr>
            <p:cNvPr id="186" name="Google Shape;186;p61"/>
            <p:cNvGrpSpPr/>
            <p:nvPr/>
          </p:nvGrpSpPr>
          <p:grpSpPr>
            <a:xfrm>
              <a:off x="2332851" y="5138854"/>
              <a:ext cx="191820" cy="211002"/>
              <a:chOff x="2453209" y="5151638"/>
              <a:chExt cx="191820" cy="211002"/>
            </a:xfrm>
          </p:grpSpPr>
          <p:sp>
            <p:nvSpPr>
              <p:cNvPr id="187" name="Google Shape;187;p61"/>
              <p:cNvSpPr/>
              <p:nvPr/>
            </p:nvSpPr>
            <p:spPr>
              <a:xfrm>
                <a:off x="2453209" y="5151638"/>
                <a:ext cx="191820" cy="211002"/>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188" name="Google Shape;188;p61"/>
              <p:cNvSpPr/>
              <p:nvPr/>
            </p:nvSpPr>
            <p:spPr>
              <a:xfrm>
                <a:off x="2505251" y="5208531"/>
                <a:ext cx="87734" cy="97215"/>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grpSp>
      <p:sp>
        <p:nvSpPr>
          <p:cNvPr id="189" name="Google Shape;189;p61"/>
          <p:cNvSpPr/>
          <p:nvPr>
            <p:ph idx="2" type="pic"/>
          </p:nvPr>
        </p:nvSpPr>
        <p:spPr>
          <a:xfrm>
            <a:off x="4602823" y="3009935"/>
            <a:ext cx="1797978" cy="2794757"/>
          </a:xfrm>
          <a:prstGeom prst="rect">
            <a:avLst/>
          </a:prstGeom>
          <a:solidFill>
            <a:srgbClr val="F2F2F2"/>
          </a:solidFill>
          <a:ln>
            <a:noFill/>
          </a:ln>
        </p:spPr>
      </p:sp>
      <p:sp>
        <p:nvSpPr>
          <p:cNvPr id="190" name="Google Shape;190;p61"/>
          <p:cNvSpPr/>
          <p:nvPr>
            <p:ph idx="3" type="pic"/>
          </p:nvPr>
        </p:nvSpPr>
        <p:spPr>
          <a:xfrm>
            <a:off x="7094290" y="3009935"/>
            <a:ext cx="1797978" cy="2794757"/>
          </a:xfrm>
          <a:prstGeom prst="rect">
            <a:avLst/>
          </a:prstGeom>
          <a:solidFill>
            <a:srgbClr val="F2F2F2"/>
          </a:solidFill>
          <a:ln>
            <a:noFill/>
          </a:ln>
        </p:spPr>
      </p:sp>
      <p:sp>
        <p:nvSpPr>
          <p:cNvPr id="191" name="Google Shape;191;p61"/>
          <p:cNvSpPr/>
          <p:nvPr>
            <p:ph idx="4" type="pic"/>
          </p:nvPr>
        </p:nvSpPr>
        <p:spPr>
          <a:xfrm>
            <a:off x="9585758" y="3009935"/>
            <a:ext cx="1797978" cy="2794757"/>
          </a:xfrm>
          <a:prstGeom prst="rect">
            <a:avLst/>
          </a:prstGeom>
          <a:solidFill>
            <a:srgbClr val="F2F2F2"/>
          </a:solidFill>
          <a:ln>
            <a:noFill/>
          </a:ln>
        </p:spPr>
      </p:sp>
      <p:sp>
        <p:nvSpPr>
          <p:cNvPr id="192" name="Google Shape;192;p61"/>
          <p:cNvSpPr/>
          <p:nvPr/>
        </p:nvSpPr>
        <p:spPr>
          <a:xfrm>
            <a:off x="6000620" y="5764092"/>
            <a:ext cx="6959602" cy="50405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193" name="Shape 193"/>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ontents slide layout">
  <p:cSld name="13_Contents slide layout">
    <p:spTree>
      <p:nvGrpSpPr>
        <p:cNvPr id="194" name="Shape 194"/>
        <p:cNvGrpSpPr/>
        <p:nvPr/>
      </p:nvGrpSpPr>
      <p:grpSpPr>
        <a:xfrm>
          <a:off x="0" y="0"/>
          <a:ext cx="0" cy="0"/>
          <a:chOff x="0" y="0"/>
          <a:chExt cx="0" cy="0"/>
        </a:xfrm>
      </p:grpSpPr>
      <p:sp>
        <p:nvSpPr>
          <p:cNvPr id="195" name="Google Shape;195;p63"/>
          <p:cNvSpPr/>
          <p:nvPr>
            <p:ph idx="2" type="pic"/>
          </p:nvPr>
        </p:nvSpPr>
        <p:spPr>
          <a:xfrm>
            <a:off x="4092000" y="0"/>
            <a:ext cx="8100000" cy="3960000"/>
          </a:xfrm>
          <a:prstGeom prst="rect">
            <a:avLst/>
          </a:prstGeom>
          <a:solidFill>
            <a:srgbClr val="F2F2F2"/>
          </a:solidFill>
          <a:ln>
            <a:noFill/>
          </a:ln>
        </p:spPr>
      </p:sp>
      <p:sp>
        <p:nvSpPr>
          <p:cNvPr id="196" name="Google Shape;196;p63"/>
          <p:cNvSpPr/>
          <p:nvPr>
            <p:ph idx="3" type="pic"/>
          </p:nvPr>
        </p:nvSpPr>
        <p:spPr>
          <a:xfrm>
            <a:off x="0" y="3960000"/>
            <a:ext cx="4092000" cy="2898000"/>
          </a:xfrm>
          <a:prstGeom prst="rect">
            <a:avLst/>
          </a:prstGeom>
          <a:solidFill>
            <a:srgbClr val="F2F2F2"/>
          </a:solidFill>
          <a:ln>
            <a:noFill/>
          </a:ln>
        </p:spPr>
      </p:sp>
      <p:sp>
        <p:nvSpPr>
          <p:cNvPr id="197" name="Google Shape;197;p63"/>
          <p:cNvSpPr/>
          <p:nvPr/>
        </p:nvSpPr>
        <p:spPr>
          <a:xfrm>
            <a:off x="4200000" y="4050000"/>
            <a:ext cx="7992000" cy="280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198" name="Shape 198"/>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199" name="Shape 199"/>
        <p:cNvGrpSpPr/>
        <p:nvPr/>
      </p:nvGrpSpPr>
      <p:grpSpPr>
        <a:xfrm>
          <a:off x="0" y="0"/>
          <a:ext cx="0" cy="0"/>
          <a:chOff x="0" y="0"/>
          <a:chExt cx="0" cy="0"/>
        </a:xfrm>
      </p:grpSpPr>
      <p:sp>
        <p:nvSpPr>
          <p:cNvPr id="200" name="Google Shape;200;p65"/>
          <p:cNvSpPr/>
          <p:nvPr/>
        </p:nvSpPr>
        <p:spPr>
          <a:xfrm>
            <a:off x="6000620" y="5764092"/>
            <a:ext cx="6959602" cy="50405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sp>
        <p:nvSpPr>
          <p:cNvPr id="201" name="Google Shape;201;p65"/>
          <p:cNvSpPr/>
          <p:nvPr/>
        </p:nvSpPr>
        <p:spPr>
          <a:xfrm>
            <a:off x="6000620" y="2958188"/>
            <a:ext cx="6959602" cy="504057"/>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p:txBody>
      </p:sp>
      <p:grpSp>
        <p:nvGrpSpPr>
          <p:cNvPr id="202" name="Google Shape;202;p65"/>
          <p:cNvGrpSpPr/>
          <p:nvPr/>
        </p:nvGrpSpPr>
        <p:grpSpPr>
          <a:xfrm>
            <a:off x="7397562" y="792688"/>
            <a:ext cx="4157729" cy="2426868"/>
            <a:chOff x="-548507" y="477868"/>
            <a:chExt cx="11570449" cy="6357177"/>
          </a:xfrm>
        </p:grpSpPr>
        <p:sp>
          <p:nvSpPr>
            <p:cNvPr id="203" name="Google Shape;203;p65"/>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65"/>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65"/>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65"/>
            <p:cNvSpPr/>
            <p:nvPr/>
          </p:nvSpPr>
          <p:spPr>
            <a:xfrm>
              <a:off x="-548507" y="6164484"/>
              <a:ext cx="11570449"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7" name="Google Shape;207;p65"/>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08" name="Google Shape;208;p65"/>
            <p:cNvGrpSpPr/>
            <p:nvPr/>
          </p:nvGrpSpPr>
          <p:grpSpPr>
            <a:xfrm>
              <a:off x="1606" y="6382978"/>
              <a:ext cx="413937" cy="115242"/>
              <a:chOff x="5955" y="6353672"/>
              <a:chExt cx="413937" cy="115242"/>
            </a:xfrm>
          </p:grpSpPr>
          <p:sp>
            <p:nvSpPr>
              <p:cNvPr id="209" name="Google Shape;209;p6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0" name="Google Shape;210;p65"/>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11" name="Google Shape;211;p65"/>
            <p:cNvGrpSpPr/>
            <p:nvPr/>
          </p:nvGrpSpPr>
          <p:grpSpPr>
            <a:xfrm>
              <a:off x="9855291" y="6381600"/>
              <a:ext cx="885989" cy="115242"/>
              <a:chOff x="5955" y="6353672"/>
              <a:chExt cx="413937" cy="115242"/>
            </a:xfrm>
          </p:grpSpPr>
          <p:sp>
            <p:nvSpPr>
              <p:cNvPr id="212" name="Google Shape;212;p6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3" name="Google Shape;213;p65"/>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14" name="Google Shape;214;p65"/>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15" name="Google Shape;215;p65"/>
          <p:cNvGrpSpPr/>
          <p:nvPr/>
        </p:nvGrpSpPr>
        <p:grpSpPr>
          <a:xfrm>
            <a:off x="7397562" y="3619369"/>
            <a:ext cx="4157729" cy="2426868"/>
            <a:chOff x="-548507" y="477868"/>
            <a:chExt cx="11570449" cy="6357177"/>
          </a:xfrm>
        </p:grpSpPr>
        <p:sp>
          <p:nvSpPr>
            <p:cNvPr id="216" name="Google Shape;216;p65"/>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7" name="Google Shape;217;p65"/>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65"/>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65"/>
            <p:cNvSpPr/>
            <p:nvPr/>
          </p:nvSpPr>
          <p:spPr>
            <a:xfrm>
              <a:off x="-548507" y="6164484"/>
              <a:ext cx="11570449"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65"/>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221" name="Google Shape;221;p65"/>
            <p:cNvGrpSpPr/>
            <p:nvPr/>
          </p:nvGrpSpPr>
          <p:grpSpPr>
            <a:xfrm>
              <a:off x="1606" y="6382978"/>
              <a:ext cx="413937" cy="115242"/>
              <a:chOff x="5955" y="6353672"/>
              <a:chExt cx="413937" cy="115242"/>
            </a:xfrm>
          </p:grpSpPr>
          <p:sp>
            <p:nvSpPr>
              <p:cNvPr id="222" name="Google Shape;222;p6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3" name="Google Shape;223;p65"/>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grpSp>
          <p:nvGrpSpPr>
            <p:cNvPr id="224" name="Google Shape;224;p65"/>
            <p:cNvGrpSpPr/>
            <p:nvPr/>
          </p:nvGrpSpPr>
          <p:grpSpPr>
            <a:xfrm>
              <a:off x="9855291" y="6381600"/>
              <a:ext cx="885989" cy="115242"/>
              <a:chOff x="5955" y="6353672"/>
              <a:chExt cx="413937" cy="115242"/>
            </a:xfrm>
          </p:grpSpPr>
          <p:sp>
            <p:nvSpPr>
              <p:cNvPr id="225" name="Google Shape;225;p6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6" name="Google Shape;226;p65"/>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
          <p:nvSpPr>
            <p:cNvPr id="227" name="Google Shape;227;p65"/>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28" name="Google Shape;228;p65"/>
          <p:cNvSpPr/>
          <p:nvPr>
            <p:ph idx="2" type="pic"/>
          </p:nvPr>
        </p:nvSpPr>
        <p:spPr>
          <a:xfrm>
            <a:off x="7997791" y="898584"/>
            <a:ext cx="2976555" cy="2037026"/>
          </a:xfrm>
          <a:prstGeom prst="rect">
            <a:avLst/>
          </a:prstGeom>
          <a:solidFill>
            <a:srgbClr val="F2F2F2"/>
          </a:solidFill>
          <a:ln>
            <a:noFill/>
          </a:ln>
        </p:spPr>
      </p:sp>
      <p:sp>
        <p:nvSpPr>
          <p:cNvPr id="229" name="Google Shape;229;p65"/>
          <p:cNvSpPr/>
          <p:nvPr>
            <p:ph idx="3" type="pic"/>
          </p:nvPr>
        </p:nvSpPr>
        <p:spPr>
          <a:xfrm>
            <a:off x="7997791" y="3732552"/>
            <a:ext cx="2976555" cy="2037026"/>
          </a:xfrm>
          <a:prstGeom prst="rect">
            <a:avLst/>
          </a:prstGeom>
          <a:solidFill>
            <a:srgbClr val="F2F2F2"/>
          </a:solid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p:cSld name="17_Contents slide layout">
    <p:bg>
      <p:bgPr>
        <a:blipFill>
          <a:blip r:embed="rId2">
            <a:alphaModFix/>
          </a:blip>
          <a:stretch>
            <a:fillRect/>
          </a:stretch>
        </a:blipFill>
      </p:bgPr>
    </p:bg>
    <p:spTree>
      <p:nvGrpSpPr>
        <p:cNvPr id="230" name="Shape 230"/>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231" name="Shape 231"/>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232" name="Shape 232"/>
        <p:cNvGrpSpPr/>
        <p:nvPr/>
      </p:nvGrpSpPr>
      <p:grpSpPr>
        <a:xfrm>
          <a:off x="0" y="0"/>
          <a:ext cx="0" cy="0"/>
          <a:chOff x="0" y="0"/>
          <a:chExt cx="0" cy="0"/>
        </a:xfrm>
      </p:grpSpPr>
      <p:sp>
        <p:nvSpPr>
          <p:cNvPr id="233" name="Google Shape;233;p68"/>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234" name="Shape 234"/>
        <p:cNvGrpSpPr/>
        <p:nvPr/>
      </p:nvGrpSpPr>
      <p:grpSpPr>
        <a:xfrm>
          <a:off x="0" y="0"/>
          <a:ext cx="0" cy="0"/>
          <a:chOff x="0" y="0"/>
          <a:chExt cx="0" cy="0"/>
        </a:xfrm>
      </p:grpSpPr>
      <p:sp>
        <p:nvSpPr>
          <p:cNvPr id="235" name="Google Shape;235;p69"/>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6" name="Google Shape;236;p69"/>
          <p:cNvSpPr/>
          <p:nvPr/>
        </p:nvSpPr>
        <p:spPr>
          <a:xfrm>
            <a:off x="354010" y="1131591"/>
            <a:ext cx="3560767" cy="5402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237" name="Google Shape;237;p69"/>
          <p:cNvSpPr/>
          <p:nvPr/>
        </p:nvSpPr>
        <p:spPr>
          <a:xfrm>
            <a:off x="531933" y="1347500"/>
            <a:ext cx="153868" cy="5015200"/>
          </a:xfrm>
          <a:prstGeom prst="roundRect">
            <a:avLst>
              <a:gd fmla="val 50000" name="adj"/>
            </a:avLst>
          </a:prstGeom>
          <a:solidFill>
            <a:schemeClr val="lt1">
              <a:alpha val="4039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chemeClr val="lt1"/>
              </a:solidFill>
              <a:latin typeface="Arial"/>
              <a:ea typeface="Arial"/>
              <a:cs typeface="Arial"/>
              <a:sym typeface="Arial"/>
            </a:endParaRPr>
          </a:p>
        </p:txBody>
      </p:sp>
      <p:sp>
        <p:nvSpPr>
          <p:cNvPr id="238" name="Google Shape;238;p69"/>
          <p:cNvSpPr/>
          <p:nvPr/>
        </p:nvSpPr>
        <p:spPr>
          <a:xfrm rot="5400000">
            <a:off x="3057177" y="1276653"/>
            <a:ext cx="685849" cy="685148"/>
          </a:xfrm>
          <a:prstGeom prst="halfFrame">
            <a:avLst>
              <a:gd fmla="val 23728" name="adj1"/>
              <a:gd fmla="val 24642" name="adj2"/>
            </a:avLst>
          </a:prstGeom>
          <a:solidFill>
            <a:schemeClr val="lt1">
              <a:alpha val="2235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239" name="Google Shape;239;p69"/>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You can Resize without losing quality</a:t>
            </a:r>
            <a:endParaRPr b="1" i="0" sz="1400" u="none" cap="none" strike="noStrike">
              <a:solidFill>
                <a:schemeClr val="lt1"/>
              </a:solidFill>
              <a:latin typeface="Arial"/>
              <a:ea typeface="Arial"/>
              <a:cs typeface="Arial"/>
              <a:sym typeface="Arial"/>
            </a:endParaRPr>
          </a:p>
        </p:txBody>
      </p:sp>
      <p:sp>
        <p:nvSpPr>
          <p:cNvPr id="240" name="Google Shape;240;p69"/>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Line Color</a:t>
            </a:r>
            <a:endParaRPr b="1" i="0" sz="1400" u="none" cap="none" strike="noStrike">
              <a:solidFill>
                <a:schemeClr val="lt1"/>
              </a:solidFill>
              <a:latin typeface="Arial"/>
              <a:ea typeface="Arial"/>
              <a:cs typeface="Arial"/>
              <a:sym typeface="Arial"/>
            </a:endParaRPr>
          </a:p>
        </p:txBody>
      </p:sp>
      <p:sp>
        <p:nvSpPr>
          <p:cNvPr id="241" name="Google Shape;241;p69"/>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www.allppt.com</a:t>
            </a:r>
            <a:endParaRPr b="0" i="0" sz="1400" u="none" cap="none" strike="noStrike">
              <a:solidFill>
                <a:schemeClr val="lt1"/>
              </a:solidFill>
              <a:latin typeface="Arial"/>
              <a:ea typeface="Arial"/>
              <a:cs typeface="Arial"/>
              <a:sym typeface="Arial"/>
            </a:endParaRPr>
          </a:p>
        </p:txBody>
      </p:sp>
      <p:sp>
        <p:nvSpPr>
          <p:cNvPr id="242" name="Google Shape;242;p69"/>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3" name="Shape 243"/>
        <p:cNvGrpSpPr/>
        <p:nvPr/>
      </p:nvGrpSpPr>
      <p:grpSpPr>
        <a:xfrm>
          <a:off x="0" y="0"/>
          <a:ext cx="0" cy="0"/>
          <a:chOff x="0" y="0"/>
          <a:chExt cx="0" cy="0"/>
        </a:xfrm>
      </p:grpSpPr>
      <p:sp>
        <p:nvSpPr>
          <p:cNvPr id="244" name="Google Shape;244;p7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5" name="Google Shape;245;p7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46" name="Google Shape;246;p7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7" name="Google Shape;247;p7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8" name="Google Shape;248;p7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9" name="Shape 249"/>
        <p:cNvGrpSpPr/>
        <p:nvPr/>
      </p:nvGrpSpPr>
      <p:grpSpPr>
        <a:xfrm>
          <a:off x="0" y="0"/>
          <a:ext cx="0" cy="0"/>
          <a:chOff x="0" y="0"/>
          <a:chExt cx="0" cy="0"/>
        </a:xfrm>
      </p:grpSpPr>
      <p:sp>
        <p:nvSpPr>
          <p:cNvPr id="250" name="Google Shape;250;p7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1" name="Google Shape;251;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52" name="Google Shape;252;p7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3" name="Google Shape;253;p7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4" name="Google Shape;254;p7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4.xml"/><Relationship Id="rId11" Type="http://schemas.openxmlformats.org/officeDocument/2006/relationships/slideLayout" Target="../slideLayouts/slideLayout15.xml"/><Relationship Id="rId22" Type="http://schemas.openxmlformats.org/officeDocument/2006/relationships/theme" Target="../theme/theme6.xml"/><Relationship Id="rId10" Type="http://schemas.openxmlformats.org/officeDocument/2006/relationships/slideLayout" Target="../slideLayouts/slideLayout14.xml"/><Relationship Id="rId21" Type="http://schemas.openxmlformats.org/officeDocument/2006/relationships/slideLayout" Target="../slideLayouts/slideLayout25.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9" Type="http://schemas.openxmlformats.org/officeDocument/2006/relationships/slideLayout" Target="../slideLayouts/slideLayout13.xml"/><Relationship Id="rId15" Type="http://schemas.openxmlformats.org/officeDocument/2006/relationships/slideLayout" Target="../slideLayouts/slideLayout19.xml"/><Relationship Id="rId14" Type="http://schemas.openxmlformats.org/officeDocument/2006/relationships/slideLayout" Target="../slideLayouts/slideLayout18.xml"/><Relationship Id="rId17" Type="http://schemas.openxmlformats.org/officeDocument/2006/relationships/slideLayout" Target="../slideLayouts/slideLayout21.xml"/><Relationship Id="rId16" Type="http://schemas.openxmlformats.org/officeDocument/2006/relationships/slideLayout" Target="../slideLayouts/slideLayout20.xml"/><Relationship Id="rId5" Type="http://schemas.openxmlformats.org/officeDocument/2006/relationships/slideLayout" Target="../slideLayouts/slideLayout9.xml"/><Relationship Id="rId19" Type="http://schemas.openxmlformats.org/officeDocument/2006/relationships/slideLayout" Target="../slideLayouts/slideLayout23.xml"/><Relationship Id="rId6" Type="http://schemas.openxmlformats.org/officeDocument/2006/relationships/slideLayout" Target="../slideLayouts/slideLayout10.xml"/><Relationship Id="rId18" Type="http://schemas.openxmlformats.org/officeDocument/2006/relationships/slideLayout" Target="../slideLayouts/slideLayout22.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theme" Target="../theme/theme4.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56.xml"/><Relationship Id="rId11" Type="http://schemas.openxmlformats.org/officeDocument/2006/relationships/slideLayout" Target="../slideLayouts/slideLayout47.xml"/><Relationship Id="rId22" Type="http://schemas.openxmlformats.org/officeDocument/2006/relationships/theme" Target="../theme/theme2.xml"/><Relationship Id="rId10" Type="http://schemas.openxmlformats.org/officeDocument/2006/relationships/slideLayout" Target="../slideLayouts/slideLayout46.xml"/><Relationship Id="rId21" Type="http://schemas.openxmlformats.org/officeDocument/2006/relationships/slideLayout" Target="../slideLayouts/slideLayout57.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5" Type="http://schemas.openxmlformats.org/officeDocument/2006/relationships/slideLayout" Target="../slideLayouts/slideLayout41.xml"/><Relationship Id="rId19" Type="http://schemas.openxmlformats.org/officeDocument/2006/relationships/slideLayout" Target="../slideLayouts/slideLayout55.xml"/><Relationship Id="rId6" Type="http://schemas.openxmlformats.org/officeDocument/2006/relationships/slideLayout" Target="../slideLayouts/slideLayout42.xml"/><Relationship Id="rId18" Type="http://schemas.openxmlformats.org/officeDocument/2006/relationships/slideLayout" Target="../slideLayouts/slideLayout54.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2.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jp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jp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
          <p:cNvSpPr/>
          <p:nvPr/>
        </p:nvSpPr>
        <p:spPr>
          <a:xfrm flipH="1">
            <a:off x="0" y="-3"/>
            <a:ext cx="12192000" cy="6858000"/>
          </a:xfrm>
          <a:prstGeom prst="rect">
            <a:avLst/>
          </a:prstGeom>
          <a:gradFill>
            <a:gsLst>
              <a:gs pos="0">
                <a:srgbClr val="000000"/>
              </a:gs>
              <a:gs pos="100000">
                <a:srgbClr val="427EC6"/>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1" name="Google Shape;261;p1"/>
          <p:cNvSpPr/>
          <p:nvPr/>
        </p:nvSpPr>
        <p:spPr>
          <a:xfrm flipH="1" rot="10800000">
            <a:off x="480862" y="-6"/>
            <a:ext cx="11711138" cy="6410334"/>
          </a:xfrm>
          <a:prstGeom prst="rect">
            <a:avLst/>
          </a:prstGeom>
          <a:gradFill>
            <a:gsLst>
              <a:gs pos="0">
                <a:srgbClr val="87ADDB">
                  <a:alpha val="0"/>
                </a:srgbClr>
              </a:gs>
              <a:gs pos="100000">
                <a:srgbClr val="000000">
                  <a:alpha val="40392"/>
                </a:srgbClr>
              </a:gs>
            </a:gsLst>
            <a:lin ang="18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2" name="Google Shape;262;p1"/>
          <p:cNvSpPr/>
          <p:nvPr/>
        </p:nvSpPr>
        <p:spPr>
          <a:xfrm rot="-5400000">
            <a:off x="4844797" y="-489206"/>
            <a:ext cx="2502408" cy="12191998"/>
          </a:xfrm>
          <a:prstGeom prst="rect">
            <a:avLst/>
          </a:prstGeom>
          <a:gradFill>
            <a:gsLst>
              <a:gs pos="0">
                <a:srgbClr val="87ADDB">
                  <a:alpha val="23529"/>
                </a:srgbClr>
              </a:gs>
              <a:gs pos="78000">
                <a:srgbClr val="285388">
                  <a:alpha val="0"/>
                </a:srgbClr>
              </a:gs>
              <a:gs pos="100000">
                <a:srgbClr val="285388">
                  <a:alpha val="0"/>
                </a:srgbClr>
              </a:gs>
            </a:gsLst>
            <a:lin ang="10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63" name="Google Shape;263;p1"/>
          <p:cNvSpPr txBox="1"/>
          <p:nvPr>
            <p:ph type="ctrTitle"/>
          </p:nvPr>
        </p:nvSpPr>
        <p:spPr>
          <a:xfrm>
            <a:off x="4378979" y="1782695"/>
            <a:ext cx="7135488" cy="164630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Arial"/>
              <a:buNone/>
            </a:pPr>
            <a:r>
              <a:rPr lang="en-US">
                <a:solidFill>
                  <a:schemeClr val="lt1"/>
                </a:solidFill>
                <a:latin typeface="Arial"/>
                <a:ea typeface="Arial"/>
                <a:cs typeface="Arial"/>
                <a:sym typeface="Arial"/>
              </a:rPr>
              <a:t>History and Evolution of Flutter</a:t>
            </a:r>
            <a:endParaRPr>
              <a:solidFill>
                <a:schemeClr val="lt1"/>
              </a:solidFill>
              <a:latin typeface="Arial"/>
              <a:ea typeface="Arial"/>
              <a:cs typeface="Arial"/>
              <a:sym typeface="Arial"/>
            </a:endParaRPr>
          </a:p>
        </p:txBody>
      </p:sp>
      <p:sp>
        <p:nvSpPr>
          <p:cNvPr id="264" name="Google Shape;264;p1"/>
          <p:cNvSpPr txBox="1"/>
          <p:nvPr>
            <p:ph idx="1" type="subTitle"/>
          </p:nvPr>
        </p:nvSpPr>
        <p:spPr>
          <a:xfrm>
            <a:off x="1769911" y="4978401"/>
            <a:ext cx="10706400" cy="16557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2400"/>
              <a:buNone/>
            </a:pPr>
            <a:r>
              <a:rPr lang="en-US">
                <a:solidFill>
                  <a:schemeClr val="lt1"/>
                </a:solidFill>
                <a:latin typeface="Arial"/>
                <a:ea typeface="Arial"/>
                <a:cs typeface="Arial"/>
                <a:sym typeface="Arial"/>
              </a:rPr>
              <a:t> A Journey from Dart's Experimental Framework</a:t>
            </a:r>
            <a:endParaRPr/>
          </a:p>
          <a:p>
            <a:pPr indent="0" lvl="0" marL="0" rtl="0" algn="ctr">
              <a:lnSpc>
                <a:spcPct val="90000"/>
              </a:lnSpc>
              <a:spcBef>
                <a:spcPts val="1000"/>
              </a:spcBef>
              <a:spcAft>
                <a:spcPts val="0"/>
              </a:spcAft>
              <a:buClr>
                <a:schemeClr val="lt1"/>
              </a:buClr>
              <a:buSzPts val="2400"/>
              <a:buNone/>
            </a:pPr>
            <a:r>
              <a:rPr lang="en-US">
                <a:solidFill>
                  <a:schemeClr val="lt1"/>
                </a:solidFill>
                <a:latin typeface="Arial"/>
                <a:ea typeface="Arial"/>
                <a:cs typeface="Arial"/>
                <a:sym typeface="Arial"/>
              </a:rPr>
              <a:t> to a Robust UI Toolkit</a:t>
            </a:r>
            <a:endParaRPr>
              <a:solidFill>
                <a:schemeClr val="lt1"/>
              </a:solidFill>
              <a:latin typeface="Arial"/>
              <a:ea typeface="Arial"/>
              <a:cs typeface="Arial"/>
              <a:sym typeface="Arial"/>
            </a:endParaRPr>
          </a:p>
        </p:txBody>
      </p:sp>
      <p:sp>
        <p:nvSpPr>
          <p:cNvPr id="265" name="Google Shape;265;p1"/>
          <p:cNvSpPr/>
          <p:nvPr/>
        </p:nvSpPr>
        <p:spPr>
          <a:xfrm flipH="1" rot="10800000">
            <a:off x="480862" y="-6"/>
            <a:ext cx="11711138" cy="641033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6" name="Google Shape;266;p1"/>
          <p:cNvPicPr preferRelativeResize="0"/>
          <p:nvPr/>
        </p:nvPicPr>
        <p:blipFill rotWithShape="1">
          <a:blip r:embed="rId3">
            <a:alphaModFix/>
          </a:blip>
          <a:srcRect b="15668" l="58415" r="9996" t="9606"/>
          <a:stretch/>
        </p:blipFill>
        <p:spPr>
          <a:xfrm>
            <a:off x="761853" y="1156206"/>
            <a:ext cx="2632983" cy="3199382"/>
          </a:xfrm>
          <a:prstGeom prst="ellipse">
            <a:avLst/>
          </a:prstGeom>
          <a:noFill/>
          <a:ln>
            <a:noFill/>
          </a:ln>
        </p:spPr>
      </p:pic>
      <p:pic>
        <p:nvPicPr>
          <p:cNvPr id="267" name="Google Shape;267;p1"/>
          <p:cNvPicPr preferRelativeResize="0"/>
          <p:nvPr/>
        </p:nvPicPr>
        <p:blipFill rotWithShape="1">
          <a:blip r:embed="rId4">
            <a:alphaModFix/>
          </a:blip>
          <a:srcRect b="25594" l="0" r="0" t="17398"/>
          <a:stretch/>
        </p:blipFill>
        <p:spPr>
          <a:xfrm>
            <a:off x="10897425" y="6325700"/>
            <a:ext cx="1245051" cy="532301"/>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3000"/>
                                        <p:tgtEl>
                                          <p:spTgt spid="26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500"/>
                                        <p:tgtEl>
                                          <p:spTgt spid="26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1000"/>
                                        <p:tgtEl>
                                          <p:spTgt spid="26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
          <p:cNvSpPr txBox="1"/>
          <p:nvPr>
            <p:ph type="title"/>
          </p:nvPr>
        </p:nvSpPr>
        <p:spPr>
          <a:xfrm>
            <a:off x="2543015" y="681902"/>
            <a:ext cx="7678994" cy="7061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5000"/>
              <a:buFont typeface="Calibri"/>
              <a:buNone/>
            </a:pPr>
            <a:r>
              <a:rPr b="1" i="0" lang="en-US" sz="5000" u="none" cap="none" strike="noStrike">
                <a:solidFill>
                  <a:schemeClr val="dk1"/>
                </a:solidFill>
                <a:latin typeface="Calibri"/>
                <a:ea typeface="Calibri"/>
                <a:cs typeface="Calibri"/>
                <a:sym typeface="Calibri"/>
              </a:rPr>
              <a:t>The Early Days of Flutter</a:t>
            </a:r>
            <a:endParaRPr b="1" i="0" sz="5000" u="none" cap="none" strike="noStrike">
              <a:solidFill>
                <a:schemeClr val="dk1"/>
              </a:solidFill>
              <a:latin typeface="Calibri"/>
              <a:ea typeface="Calibri"/>
              <a:cs typeface="Calibri"/>
              <a:sym typeface="Calibri"/>
            </a:endParaRPr>
          </a:p>
        </p:txBody>
      </p:sp>
      <p:sp>
        <p:nvSpPr>
          <p:cNvPr id="274" name="Google Shape;274;p2"/>
          <p:cNvSpPr txBox="1"/>
          <p:nvPr>
            <p:ph idx="1" type="body"/>
          </p:nvPr>
        </p:nvSpPr>
        <p:spPr>
          <a:xfrm>
            <a:off x="1406720" y="1744399"/>
            <a:ext cx="9951583" cy="377586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Originated as a skunk works project within Google in 2013.</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The framework focused on a declarative UI approach and a widget-based architecture.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Flutter Alpha and Beta versions were introduced in 2015 and 2017.</a:t>
            </a:r>
            <a:endParaRPr b="0" i="0" sz="2800" u="none" cap="none" strike="noStrike">
              <a:solidFill>
                <a:schemeClr val="dk1"/>
              </a:solidFill>
              <a:latin typeface="Arial"/>
              <a:ea typeface="Arial"/>
              <a:cs typeface="Arial"/>
              <a:sym typeface="Arial"/>
            </a:endParaRPr>
          </a:p>
        </p:txBody>
      </p:sp>
      <p:pic>
        <p:nvPicPr>
          <p:cNvPr descr="Flutter 1.0: Google's Portable UI Toolkit - Google for Developers" id="275" name="Google Shape;275;p2"/>
          <p:cNvPicPr preferRelativeResize="0"/>
          <p:nvPr/>
        </p:nvPicPr>
        <p:blipFill rotWithShape="1">
          <a:blip r:embed="rId3">
            <a:alphaModFix/>
          </a:blip>
          <a:srcRect b="14775" l="8809" r="9045" t="11650"/>
          <a:stretch/>
        </p:blipFill>
        <p:spPr>
          <a:xfrm>
            <a:off x="0" y="2297352"/>
            <a:ext cx="12192000" cy="2211800"/>
          </a:xfrm>
          <a:prstGeom prst="rect">
            <a:avLst/>
          </a:prstGeom>
          <a:noFill/>
          <a:ln>
            <a:noFill/>
          </a:ln>
        </p:spPr>
      </p:pic>
      <p:pic>
        <p:nvPicPr>
          <p:cNvPr id="276" name="Google Shape;276;p2"/>
          <p:cNvPicPr preferRelativeResize="0"/>
          <p:nvPr/>
        </p:nvPicPr>
        <p:blipFill rotWithShape="1">
          <a:blip r:embed="rId4">
            <a:alphaModFix/>
          </a:blip>
          <a:srcRect b="18753"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500"/>
                                        <p:tgtEl>
                                          <p:spTgt spid="27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Effect filter="fade" transition="in">
                                      <p:cBhvr>
                                        <p:cTn dur="500"/>
                                        <p:tgtEl>
                                          <p:spTgt spid="274">
                                            <p:txEl>
                                              <p:pRg end="1" st="1"/>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Effect filter="fade" transition="in">
                                      <p:cBhvr>
                                        <p:cTn dur="500"/>
                                        <p:tgtEl>
                                          <p:spTgt spid="27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
          <p:cNvSpPr txBox="1"/>
          <p:nvPr>
            <p:ph type="title"/>
          </p:nvPr>
        </p:nvSpPr>
        <p:spPr>
          <a:xfrm>
            <a:off x="711965" y="348343"/>
            <a:ext cx="9720061" cy="87085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5000"/>
              <a:buFont typeface="Calibri"/>
              <a:buNone/>
            </a:pPr>
            <a:r>
              <a:rPr b="1" lang="en-US" sz="5000">
                <a:latin typeface="Calibri"/>
                <a:ea typeface="Calibri"/>
                <a:cs typeface="Calibri"/>
                <a:sym typeface="Calibri"/>
              </a:rPr>
              <a:t> Flutter's Maturation and Growth</a:t>
            </a:r>
            <a:endParaRPr sz="5000">
              <a:latin typeface="Calibri"/>
              <a:ea typeface="Calibri"/>
              <a:cs typeface="Calibri"/>
              <a:sym typeface="Calibri"/>
            </a:endParaRPr>
          </a:p>
        </p:txBody>
      </p:sp>
      <p:sp>
        <p:nvSpPr>
          <p:cNvPr id="283" name="Google Shape;283;p3"/>
          <p:cNvSpPr txBox="1"/>
          <p:nvPr>
            <p:ph idx="1" type="body"/>
          </p:nvPr>
        </p:nvSpPr>
        <p:spPr>
          <a:xfrm>
            <a:off x="6388100" y="1872487"/>
            <a:ext cx="5967186" cy="4867657"/>
          </a:xfrm>
          <a:prstGeom prst="rect">
            <a:avLst/>
          </a:prstGeom>
          <a:noFill/>
          <a:ln>
            <a:noFill/>
          </a:ln>
        </p:spPr>
        <p:txBody>
          <a:bodyPr anchorCtr="0" anchor="t" bIns="45700" lIns="91425" spcFirstLastPara="1" rIns="91425" wrap="square" tIns="45700">
            <a:noAutofit/>
          </a:bodyPr>
          <a:lstStyle/>
          <a:p>
            <a:pPr indent="-228604" lvl="0" marL="228604" rtl="0" algn="l">
              <a:lnSpc>
                <a:spcPct val="120000"/>
              </a:lnSpc>
              <a:spcBef>
                <a:spcPts val="0"/>
              </a:spcBef>
              <a:spcAft>
                <a:spcPts val="0"/>
              </a:spcAft>
              <a:buClr>
                <a:schemeClr val="dk1"/>
              </a:buClr>
              <a:buSzPts val="2800"/>
              <a:buChar char="•"/>
            </a:pPr>
            <a:r>
              <a:rPr lang="en-US"/>
              <a:t>Flutter 1.0 Release (2018</a:t>
            </a:r>
            <a:endParaRPr/>
          </a:p>
          <a:p>
            <a:pPr indent="-228604" lvl="0" marL="228604" rtl="0" algn="l">
              <a:lnSpc>
                <a:spcPct val="120000"/>
              </a:lnSpc>
              <a:spcBef>
                <a:spcPts val="1000"/>
              </a:spcBef>
              <a:spcAft>
                <a:spcPts val="0"/>
              </a:spcAft>
              <a:buClr>
                <a:schemeClr val="dk1"/>
              </a:buClr>
              <a:buSzPts val="2800"/>
              <a:buChar char="•"/>
            </a:pPr>
            <a:r>
              <a:rPr lang="en-US"/>
              <a:t>Performance Enhancements</a:t>
            </a:r>
            <a:endParaRPr/>
          </a:p>
          <a:p>
            <a:pPr indent="-228604" lvl="0" marL="228604" rtl="0" algn="l">
              <a:lnSpc>
                <a:spcPct val="120000"/>
              </a:lnSpc>
              <a:spcBef>
                <a:spcPts val="1000"/>
              </a:spcBef>
              <a:spcAft>
                <a:spcPts val="0"/>
              </a:spcAft>
              <a:buClr>
                <a:schemeClr val="dk1"/>
              </a:buClr>
              <a:buSzPts val="2800"/>
              <a:buChar char="•"/>
            </a:pPr>
            <a:r>
              <a:rPr lang="en-US"/>
              <a:t>Growing Community and Resources</a:t>
            </a:r>
            <a:endParaRPr/>
          </a:p>
          <a:p>
            <a:pPr indent="-228604" lvl="0" marL="228604" rtl="0" algn="l">
              <a:lnSpc>
                <a:spcPct val="120000"/>
              </a:lnSpc>
              <a:spcBef>
                <a:spcPts val="1000"/>
              </a:spcBef>
              <a:spcAft>
                <a:spcPts val="0"/>
              </a:spcAft>
              <a:buClr>
                <a:schemeClr val="dk1"/>
              </a:buClr>
              <a:buSzPts val="2800"/>
              <a:buChar char="•"/>
            </a:pPr>
            <a:r>
              <a:rPr lang="en-US"/>
              <a:t>Industry Recognition and Adoption </a:t>
            </a:r>
            <a:endParaRPr/>
          </a:p>
          <a:p>
            <a:pPr indent="-228604" lvl="0" marL="228604" rtl="0" algn="l">
              <a:lnSpc>
                <a:spcPct val="120000"/>
              </a:lnSpc>
              <a:spcBef>
                <a:spcPts val="1000"/>
              </a:spcBef>
              <a:spcAft>
                <a:spcPts val="0"/>
              </a:spcAft>
              <a:buClr>
                <a:schemeClr val="dk1"/>
              </a:buClr>
              <a:buSzPts val="2800"/>
              <a:buChar char="•"/>
            </a:pPr>
            <a:r>
              <a:rPr lang="en-US"/>
              <a:t>Flutter 2.0 Release (2019)</a:t>
            </a:r>
            <a:br>
              <a:rPr lang="en-US"/>
            </a:br>
            <a:endParaRPr/>
          </a:p>
        </p:txBody>
      </p:sp>
      <p:pic>
        <p:nvPicPr>
          <p:cNvPr descr="Flutter Application Development Company" id="284" name="Google Shape;284;p3"/>
          <p:cNvPicPr preferRelativeResize="0"/>
          <p:nvPr/>
        </p:nvPicPr>
        <p:blipFill rotWithShape="1">
          <a:blip r:embed="rId3">
            <a:alphaModFix/>
          </a:blip>
          <a:srcRect b="0" l="0" r="0" t="0"/>
          <a:stretch/>
        </p:blipFill>
        <p:spPr>
          <a:xfrm>
            <a:off x="145143" y="1908700"/>
            <a:ext cx="4412343" cy="4795230"/>
          </a:xfrm>
          <a:prstGeom prst="rect">
            <a:avLst/>
          </a:prstGeom>
          <a:noFill/>
          <a:ln>
            <a:noFill/>
          </a:ln>
        </p:spPr>
      </p:pic>
      <p:pic>
        <p:nvPicPr>
          <p:cNvPr id="285" name="Google Shape;285;p3"/>
          <p:cNvPicPr preferRelativeResize="0"/>
          <p:nvPr/>
        </p:nvPicPr>
        <p:blipFill rotWithShape="1">
          <a:blip r:embed="rId4">
            <a:alphaModFix/>
          </a:blip>
          <a:srcRect b="18752" l="0" r="0" t="20039"/>
          <a:stretch/>
        </p:blipFill>
        <p:spPr>
          <a:xfrm>
            <a:off x="10659450" y="608122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500"/>
                                        <p:tgtEl>
                                          <p:spTgt spid="283">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500"/>
                                        <p:tgtEl>
                                          <p:spTgt spid="283">
                                            <p:txEl>
                                              <p:pRg end="3" st="3"/>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83">
                                            <p:txEl>
                                              <p:pRg end="4" st="4"/>
                                            </p:txEl>
                                          </p:spTgt>
                                        </p:tgtEl>
                                        <p:attrNameLst>
                                          <p:attrName>style.visibility</p:attrName>
                                        </p:attrNameLst>
                                      </p:cBhvr>
                                      <p:to>
                                        <p:strVal val="visible"/>
                                      </p:to>
                                    </p:set>
                                    <p:animEffect filter="fade" transition="in">
                                      <p:cBhvr>
                                        <p:cTn dur="500"/>
                                        <p:tgtEl>
                                          <p:spTgt spid="28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
          <p:cNvSpPr txBox="1"/>
          <p:nvPr>
            <p:ph type="title"/>
          </p:nvPr>
        </p:nvSpPr>
        <p:spPr>
          <a:xfrm>
            <a:off x="849080" y="393025"/>
            <a:ext cx="11425500" cy="798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Calibri"/>
              <a:buNone/>
            </a:pPr>
            <a:r>
              <a:rPr b="1" lang="en-US" sz="5000">
                <a:latin typeface="Calibri"/>
                <a:ea typeface="Calibri"/>
                <a:cs typeface="Calibri"/>
                <a:sym typeface="Calibri"/>
              </a:rPr>
              <a:t>Flutter's Rise to Prominence</a:t>
            </a:r>
            <a:endParaRPr b="1" sz="5000">
              <a:latin typeface="Calibri"/>
              <a:ea typeface="Calibri"/>
              <a:cs typeface="Calibri"/>
              <a:sym typeface="Calibri"/>
            </a:endParaRPr>
          </a:p>
        </p:txBody>
      </p:sp>
      <p:sp>
        <p:nvSpPr>
          <p:cNvPr id="292" name="Google Shape;292;p4"/>
          <p:cNvSpPr txBox="1"/>
          <p:nvPr>
            <p:ph idx="1" type="body"/>
          </p:nvPr>
        </p:nvSpPr>
        <p:spPr>
          <a:xfrm>
            <a:off x="638630" y="1660524"/>
            <a:ext cx="5965370" cy="4866006"/>
          </a:xfrm>
          <a:prstGeom prst="rect">
            <a:avLst/>
          </a:prstGeom>
          <a:noFill/>
          <a:ln>
            <a:noFill/>
          </a:ln>
        </p:spPr>
        <p:txBody>
          <a:bodyPr anchorCtr="0" anchor="t" bIns="45700" lIns="91425" spcFirstLastPara="1" rIns="91425" wrap="square" tIns="45700">
            <a:noAutofit/>
          </a:bodyPr>
          <a:lstStyle/>
          <a:p>
            <a:pPr indent="-228604" lvl="0" marL="228604" rtl="0" algn="l">
              <a:lnSpc>
                <a:spcPct val="120000"/>
              </a:lnSpc>
              <a:spcBef>
                <a:spcPts val="0"/>
              </a:spcBef>
              <a:spcAft>
                <a:spcPts val="0"/>
              </a:spcAft>
              <a:buClr>
                <a:schemeClr val="dk1"/>
              </a:buClr>
              <a:buSzPts val="2800"/>
              <a:buChar char="•"/>
            </a:pPr>
            <a:r>
              <a:rPr lang="en-US">
                <a:latin typeface="Arial"/>
                <a:ea typeface="Arial"/>
                <a:cs typeface="Arial"/>
                <a:sym typeface="Arial"/>
              </a:rPr>
              <a:t>Flutter 2.0 Release (2019):</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marked a significant leap forward</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substantial performance enhancements</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improved development tools</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expanded platform support.</a:t>
            </a:r>
            <a:endParaRPr/>
          </a:p>
          <a:p>
            <a:pPr indent="-228604" lvl="0" marL="228604" rtl="0" algn="l">
              <a:lnSpc>
                <a:spcPct val="120000"/>
              </a:lnSpc>
              <a:spcBef>
                <a:spcPts val="1000"/>
              </a:spcBef>
              <a:spcAft>
                <a:spcPts val="0"/>
              </a:spcAft>
              <a:buClr>
                <a:schemeClr val="dk1"/>
              </a:buClr>
              <a:buSzPts val="2800"/>
              <a:buChar char="•"/>
            </a:pPr>
            <a:r>
              <a:rPr lang="en-US">
                <a:latin typeface="Arial"/>
                <a:ea typeface="Arial"/>
                <a:cs typeface="Arial"/>
                <a:sym typeface="Arial"/>
              </a:rPr>
              <a:t>Flutter 3.0 Release (2021):</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brought about major advancements in performance</a:t>
            </a:r>
            <a:endParaRPr/>
          </a:p>
          <a:p>
            <a:pPr indent="-228605" lvl="1" marL="685818" rtl="0" algn="l">
              <a:lnSpc>
                <a:spcPct val="120000"/>
              </a:lnSpc>
              <a:spcBef>
                <a:spcPts val="500"/>
              </a:spcBef>
              <a:spcAft>
                <a:spcPts val="0"/>
              </a:spcAft>
              <a:buClr>
                <a:schemeClr val="dk1"/>
              </a:buClr>
              <a:buSzPts val="2000"/>
              <a:buChar char="•"/>
            </a:pPr>
            <a:r>
              <a:rPr lang="en-US" sz="2000">
                <a:latin typeface="Arial"/>
                <a:ea typeface="Arial"/>
                <a:cs typeface="Arial"/>
                <a:sym typeface="Arial"/>
              </a:rPr>
              <a:t>tooling, and accessibility, further solidifying         its position as a leading cross-platform framework.</a:t>
            </a:r>
            <a:endParaRPr sz="2000">
              <a:latin typeface="Arial"/>
              <a:ea typeface="Arial"/>
              <a:cs typeface="Arial"/>
              <a:sym typeface="Arial"/>
            </a:endParaRPr>
          </a:p>
        </p:txBody>
      </p:sp>
      <p:pic>
        <p:nvPicPr>
          <p:cNvPr descr="Flutter App Development Company in India" id="293" name="Google Shape;293;p4"/>
          <p:cNvPicPr preferRelativeResize="0"/>
          <p:nvPr/>
        </p:nvPicPr>
        <p:blipFill rotWithShape="1">
          <a:blip r:embed="rId3">
            <a:alphaModFix/>
          </a:blip>
          <a:srcRect b="0" l="0" r="0" t="0"/>
          <a:stretch/>
        </p:blipFill>
        <p:spPr>
          <a:xfrm>
            <a:off x="5921375" y="1191305"/>
            <a:ext cx="5972175" cy="4206195"/>
          </a:xfrm>
          <a:prstGeom prst="rect">
            <a:avLst/>
          </a:prstGeom>
          <a:noFill/>
          <a:ln>
            <a:noFill/>
          </a:ln>
        </p:spPr>
      </p:pic>
      <p:pic>
        <p:nvPicPr>
          <p:cNvPr id="294" name="Google Shape;294;p4"/>
          <p:cNvPicPr preferRelativeResize="0"/>
          <p:nvPr/>
        </p:nvPicPr>
        <p:blipFill rotWithShape="1">
          <a:blip r:embed="rId4">
            <a:alphaModFix/>
          </a:blip>
          <a:srcRect b="18752"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animEffect filter="fade" transition="in">
                                      <p:cBhvr>
                                        <p:cTn dur="1000"/>
                                        <p:tgtEl>
                                          <p:spTgt spid="292">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animEffect filter="fade" transition="in">
                                      <p:cBhvr>
                                        <p:cTn dur="1000"/>
                                        <p:tgtEl>
                                          <p:spTgt spid="292">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animEffect filter="fade" transition="in">
                                      <p:cBhvr>
                                        <p:cTn dur="1000"/>
                                        <p:tgtEl>
                                          <p:spTgt spid="292">
                                            <p:txEl>
                                              <p:pRg end="2" st="2"/>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animEffect filter="fade" transition="in">
                                      <p:cBhvr>
                                        <p:cTn dur="1000"/>
                                        <p:tgtEl>
                                          <p:spTgt spid="292">
                                            <p:txEl>
                                              <p:pRg end="3" st="3"/>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animEffect filter="fade" transition="in">
                                      <p:cBhvr>
                                        <p:cTn dur="1000"/>
                                        <p:tgtEl>
                                          <p:spTgt spid="292">
                                            <p:txEl>
                                              <p:pRg end="4" st="4"/>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animEffect filter="fade" transition="in">
                                      <p:cBhvr>
                                        <p:cTn dur="1000"/>
                                        <p:tgtEl>
                                          <p:spTgt spid="292">
                                            <p:txEl>
                                              <p:pRg end="5" st="5"/>
                                            </p:txEl>
                                          </p:spTgt>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292">
                                            <p:txEl>
                                              <p:pRg end="6" st="6"/>
                                            </p:txEl>
                                          </p:spTgt>
                                        </p:tgtEl>
                                        <p:attrNameLst>
                                          <p:attrName>style.visibility</p:attrName>
                                        </p:attrNameLst>
                                      </p:cBhvr>
                                      <p:to>
                                        <p:strVal val="visible"/>
                                      </p:to>
                                    </p:set>
                                    <p:animEffect filter="fade" transition="in">
                                      <p:cBhvr>
                                        <p:cTn dur="1000"/>
                                        <p:tgtEl>
                                          <p:spTgt spid="292">
                                            <p:txEl>
                                              <p:pRg end="6" st="6"/>
                                            </p:txEl>
                                          </p:spTgt>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292">
                                            <p:txEl>
                                              <p:pRg end="7" st="7"/>
                                            </p:txEl>
                                          </p:spTgt>
                                        </p:tgtEl>
                                        <p:attrNameLst>
                                          <p:attrName>style.visibility</p:attrName>
                                        </p:attrNameLst>
                                      </p:cBhvr>
                                      <p:to>
                                        <p:strVal val="visible"/>
                                      </p:to>
                                    </p:set>
                                    <p:animEffect filter="fade" transition="in">
                                      <p:cBhvr>
                                        <p:cTn dur="1000"/>
                                        <p:tgtEl>
                                          <p:spTgt spid="29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Flutter APP Development - Beta Soft Technology" id="300" name="Google Shape;300;p5"/>
          <p:cNvPicPr preferRelativeResize="0"/>
          <p:nvPr/>
        </p:nvPicPr>
        <p:blipFill rotWithShape="1">
          <a:blip r:embed="rId3">
            <a:alphaModFix/>
          </a:blip>
          <a:srcRect b="0" l="0" r="0" t="0"/>
          <a:stretch/>
        </p:blipFill>
        <p:spPr>
          <a:xfrm>
            <a:off x="108713" y="1869934"/>
            <a:ext cx="5466588" cy="4964254"/>
          </a:xfrm>
          <a:prstGeom prst="rect">
            <a:avLst/>
          </a:prstGeom>
          <a:noFill/>
          <a:ln>
            <a:noFill/>
          </a:ln>
        </p:spPr>
      </p:pic>
      <p:sp>
        <p:nvSpPr>
          <p:cNvPr id="301" name="Google Shape;301;p5"/>
          <p:cNvSpPr txBox="1"/>
          <p:nvPr>
            <p:ph type="title"/>
          </p:nvPr>
        </p:nvSpPr>
        <p:spPr>
          <a:xfrm>
            <a:off x="533401" y="50990"/>
            <a:ext cx="11456162" cy="13255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5000"/>
              <a:buFont typeface="Calibri"/>
              <a:buNone/>
            </a:pPr>
            <a:r>
              <a:rPr b="1" lang="en-US" sz="5000">
                <a:latin typeface="Calibri"/>
                <a:ea typeface="Calibri"/>
                <a:cs typeface="Calibri"/>
                <a:sym typeface="Calibri"/>
              </a:rPr>
              <a:t>Flutter's Success: A Driving Force in Mobile App Development</a:t>
            </a:r>
            <a:endParaRPr/>
          </a:p>
        </p:txBody>
      </p:sp>
      <p:sp>
        <p:nvSpPr>
          <p:cNvPr id="302" name="Google Shape;302;p5"/>
          <p:cNvSpPr txBox="1"/>
          <p:nvPr>
            <p:ph idx="1" type="body"/>
          </p:nvPr>
        </p:nvSpPr>
        <p:spPr>
          <a:xfrm>
            <a:off x="6385995" y="1705947"/>
            <a:ext cx="6096001" cy="4924686"/>
          </a:xfrm>
          <a:prstGeom prst="rect">
            <a:avLst/>
          </a:prstGeom>
          <a:noFill/>
          <a:ln>
            <a:noFill/>
          </a:ln>
        </p:spPr>
        <p:txBody>
          <a:bodyPr anchorCtr="0" anchor="t" bIns="45700" lIns="91425" spcFirstLastPara="1" rIns="91425" wrap="square" tIns="45700">
            <a:normAutofit/>
          </a:bodyPr>
          <a:lstStyle/>
          <a:p>
            <a:pPr indent="-228604" lvl="0" marL="228604" rtl="0" algn="l">
              <a:lnSpc>
                <a:spcPct val="170000"/>
              </a:lnSpc>
              <a:spcBef>
                <a:spcPts val="0"/>
              </a:spcBef>
              <a:spcAft>
                <a:spcPts val="0"/>
              </a:spcAft>
              <a:buClr>
                <a:schemeClr val="dk1"/>
              </a:buClr>
              <a:buSzPts val="2400"/>
              <a:buChar char="•"/>
            </a:pPr>
            <a:r>
              <a:rPr lang="en-US" sz="2400"/>
              <a:t>Cross-Platform Development</a:t>
            </a:r>
            <a:endParaRPr/>
          </a:p>
          <a:p>
            <a:pPr indent="-228604" lvl="0" marL="228604" rtl="0" algn="l">
              <a:lnSpc>
                <a:spcPct val="170000"/>
              </a:lnSpc>
              <a:spcBef>
                <a:spcPts val="1000"/>
              </a:spcBef>
              <a:spcAft>
                <a:spcPts val="0"/>
              </a:spcAft>
              <a:buClr>
                <a:schemeClr val="dk1"/>
              </a:buClr>
              <a:buSzPts val="2400"/>
              <a:buChar char="•"/>
            </a:pPr>
            <a:r>
              <a:rPr lang="en-US" sz="2400"/>
              <a:t>Hot Reload</a:t>
            </a:r>
            <a:endParaRPr/>
          </a:p>
          <a:p>
            <a:pPr indent="-228604" lvl="0" marL="228604" rtl="0" algn="l">
              <a:lnSpc>
                <a:spcPct val="170000"/>
              </a:lnSpc>
              <a:spcBef>
                <a:spcPts val="1000"/>
              </a:spcBef>
              <a:spcAft>
                <a:spcPts val="0"/>
              </a:spcAft>
              <a:buClr>
                <a:schemeClr val="dk1"/>
              </a:buClr>
              <a:buSzPts val="2400"/>
              <a:buChar char="•"/>
            </a:pPr>
            <a:r>
              <a:rPr lang="en-US" sz="2400"/>
              <a:t>Rich UI Capabilities</a:t>
            </a:r>
            <a:endParaRPr/>
          </a:p>
          <a:p>
            <a:pPr indent="-228604" lvl="0" marL="228604" rtl="0" algn="l">
              <a:lnSpc>
                <a:spcPct val="170000"/>
              </a:lnSpc>
              <a:spcBef>
                <a:spcPts val="1000"/>
              </a:spcBef>
              <a:spcAft>
                <a:spcPts val="0"/>
              </a:spcAft>
              <a:buClr>
                <a:schemeClr val="dk1"/>
              </a:buClr>
              <a:buSzPts val="2400"/>
              <a:buChar char="•"/>
            </a:pPr>
            <a:r>
              <a:rPr lang="en-US" sz="2400"/>
              <a:t>Native-Like Performance</a:t>
            </a:r>
            <a:endParaRPr/>
          </a:p>
          <a:p>
            <a:pPr indent="-228604" lvl="0" marL="228604" rtl="0" algn="l">
              <a:lnSpc>
                <a:spcPct val="170000"/>
              </a:lnSpc>
              <a:spcBef>
                <a:spcPts val="1000"/>
              </a:spcBef>
              <a:spcAft>
                <a:spcPts val="0"/>
              </a:spcAft>
              <a:buClr>
                <a:schemeClr val="dk1"/>
              </a:buClr>
              <a:buSzPts val="2400"/>
              <a:buChar char="•"/>
            </a:pPr>
            <a:r>
              <a:rPr lang="en-US" sz="2400"/>
              <a:t>Thriving Community &amp; Industry Recognition</a:t>
            </a:r>
            <a:endParaRPr/>
          </a:p>
        </p:txBody>
      </p:sp>
      <p:pic>
        <p:nvPicPr>
          <p:cNvPr id="303" name="Google Shape;303;p5"/>
          <p:cNvPicPr preferRelativeResize="0"/>
          <p:nvPr/>
        </p:nvPicPr>
        <p:blipFill rotWithShape="1">
          <a:blip r:embed="rId4">
            <a:alphaModFix/>
          </a:blip>
          <a:srcRect b="18752"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20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500"/>
                                        <p:tgtEl>
                                          <p:spTgt spid="302">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animEffect filter="fade" transition="in">
                                      <p:cBhvr>
                                        <p:cTn dur="500"/>
                                        <p:tgtEl>
                                          <p:spTgt spid="302">
                                            <p:txEl>
                                              <p:pRg end="1" st="1"/>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2">
                                            <p:txEl>
                                              <p:pRg end="2" st="2"/>
                                            </p:txEl>
                                          </p:spTgt>
                                        </p:tgtEl>
                                        <p:attrNameLst>
                                          <p:attrName>style.visibility</p:attrName>
                                        </p:attrNameLst>
                                      </p:cBhvr>
                                      <p:to>
                                        <p:strVal val="visible"/>
                                      </p:to>
                                    </p:set>
                                    <p:animEffect filter="fade" transition="in">
                                      <p:cBhvr>
                                        <p:cTn dur="500"/>
                                        <p:tgtEl>
                                          <p:spTgt spid="302">
                                            <p:txEl>
                                              <p:pRg end="2" st="2"/>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2">
                                            <p:txEl>
                                              <p:pRg end="3" st="3"/>
                                            </p:txEl>
                                          </p:spTgt>
                                        </p:tgtEl>
                                        <p:attrNameLst>
                                          <p:attrName>style.visibility</p:attrName>
                                        </p:attrNameLst>
                                      </p:cBhvr>
                                      <p:to>
                                        <p:strVal val="visible"/>
                                      </p:to>
                                    </p:set>
                                    <p:animEffect filter="fade" transition="in">
                                      <p:cBhvr>
                                        <p:cTn dur="500"/>
                                        <p:tgtEl>
                                          <p:spTgt spid="302">
                                            <p:txEl>
                                              <p:pRg end="3" st="3"/>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2">
                                            <p:txEl>
                                              <p:pRg end="4" st="4"/>
                                            </p:txEl>
                                          </p:spTgt>
                                        </p:tgtEl>
                                        <p:attrNameLst>
                                          <p:attrName>style.visibility</p:attrName>
                                        </p:attrNameLst>
                                      </p:cBhvr>
                                      <p:to>
                                        <p:strVal val="visible"/>
                                      </p:to>
                                    </p:set>
                                    <p:animEffect filter="fade" transition="in">
                                      <p:cBhvr>
                                        <p:cTn dur="500"/>
                                        <p:tgtEl>
                                          <p:spTgt spid="30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descr="Ecommerce Website Development Service Header Image" id="309" name="Google Shape;309;p6"/>
          <p:cNvPicPr preferRelativeResize="0"/>
          <p:nvPr/>
        </p:nvPicPr>
        <p:blipFill rotWithShape="1">
          <a:blip r:embed="rId3">
            <a:alphaModFix/>
          </a:blip>
          <a:srcRect b="0" l="0" r="0" t="0"/>
          <a:stretch/>
        </p:blipFill>
        <p:spPr>
          <a:xfrm>
            <a:off x="7208448" y="1137592"/>
            <a:ext cx="4983552" cy="5067083"/>
          </a:xfrm>
          <a:prstGeom prst="rect">
            <a:avLst/>
          </a:prstGeom>
          <a:noFill/>
          <a:ln>
            <a:noFill/>
          </a:ln>
        </p:spPr>
      </p:pic>
      <p:sp>
        <p:nvSpPr>
          <p:cNvPr id="310" name="Google Shape;310;p6"/>
          <p:cNvSpPr txBox="1"/>
          <p:nvPr>
            <p:ph idx="1" type="body"/>
          </p:nvPr>
        </p:nvSpPr>
        <p:spPr>
          <a:xfrm>
            <a:off x="838199" y="2222500"/>
            <a:ext cx="7442201" cy="4251134"/>
          </a:xfrm>
          <a:prstGeom prst="rect">
            <a:avLst/>
          </a:prstGeom>
          <a:noFill/>
          <a:ln>
            <a:noFill/>
          </a:ln>
        </p:spPr>
        <p:txBody>
          <a:bodyPr anchorCtr="0" anchor="t" bIns="45700" lIns="91425" spcFirstLastPara="1" rIns="91425" wrap="square" tIns="45700">
            <a:noAutofit/>
          </a:bodyPr>
          <a:lstStyle/>
          <a:p>
            <a:pPr indent="-228604" lvl="0" marL="228604" rtl="0" algn="l">
              <a:lnSpc>
                <a:spcPct val="150000"/>
              </a:lnSpc>
              <a:spcBef>
                <a:spcPts val="0"/>
              </a:spcBef>
              <a:spcAft>
                <a:spcPts val="0"/>
              </a:spcAft>
              <a:buClr>
                <a:schemeClr val="dk1"/>
              </a:buClr>
              <a:buSzPts val="2400"/>
              <a:buChar char="•"/>
            </a:pPr>
            <a:r>
              <a:rPr lang="en-US" sz="2400">
                <a:latin typeface="Arial"/>
                <a:ea typeface="Arial"/>
                <a:cs typeface="Arial"/>
                <a:sym typeface="Arial"/>
              </a:rPr>
              <a:t>Offers a powerful tool for creating high quality   apps </a:t>
            </a:r>
            <a:endParaRPr sz="2400">
              <a:latin typeface="Arial"/>
              <a:ea typeface="Arial"/>
              <a:cs typeface="Arial"/>
              <a:sym typeface="Arial"/>
            </a:endParaRPr>
          </a:p>
          <a:p>
            <a:pPr indent="-228604" lvl="0" marL="228604" rtl="0" algn="l">
              <a:lnSpc>
                <a:spcPct val="150000"/>
              </a:lnSpc>
              <a:spcBef>
                <a:spcPts val="1000"/>
              </a:spcBef>
              <a:spcAft>
                <a:spcPts val="0"/>
              </a:spcAft>
              <a:buClr>
                <a:schemeClr val="dk1"/>
              </a:buClr>
              <a:buSzPts val="2400"/>
              <a:buChar char="•"/>
            </a:pPr>
            <a:r>
              <a:rPr lang="en-US" sz="2400">
                <a:latin typeface="Arial"/>
                <a:ea typeface="Arial"/>
                <a:cs typeface="Arial"/>
                <a:sym typeface="Arial"/>
              </a:rPr>
              <a:t>Cross-platform capabilities and hot reload</a:t>
            </a:r>
            <a:endParaRPr/>
          </a:p>
          <a:p>
            <a:pPr indent="-228604" lvl="0" marL="228604" rtl="0" algn="l">
              <a:lnSpc>
                <a:spcPct val="150000"/>
              </a:lnSpc>
              <a:spcBef>
                <a:spcPts val="1000"/>
              </a:spcBef>
              <a:spcAft>
                <a:spcPts val="0"/>
              </a:spcAft>
              <a:buClr>
                <a:schemeClr val="dk1"/>
              </a:buClr>
              <a:buSzPts val="2400"/>
              <a:buChar char="•"/>
            </a:pPr>
            <a:r>
              <a:rPr lang="en-US" sz="2400">
                <a:latin typeface="Arial"/>
                <a:ea typeface="Arial"/>
                <a:cs typeface="Arial"/>
                <a:sym typeface="Arial"/>
              </a:rPr>
              <a:t>improved development efficiency and reduce    time-to-market.</a:t>
            </a:r>
            <a:endParaRPr/>
          </a:p>
          <a:p>
            <a:pPr indent="-228604" lvl="0" marL="228604" rtl="0" algn="l">
              <a:lnSpc>
                <a:spcPct val="150000"/>
              </a:lnSpc>
              <a:spcBef>
                <a:spcPts val="1000"/>
              </a:spcBef>
              <a:spcAft>
                <a:spcPts val="0"/>
              </a:spcAft>
              <a:buClr>
                <a:schemeClr val="dk1"/>
              </a:buClr>
              <a:buSzPts val="2400"/>
              <a:buChar char="•"/>
            </a:pPr>
            <a:r>
              <a:rPr lang="en-US" sz="2400">
                <a:latin typeface="Arial"/>
                <a:ea typeface="Arial"/>
                <a:cs typeface="Arial"/>
                <a:sym typeface="Arial"/>
              </a:rPr>
              <a:t>Rich UI capabilities and native-like performance </a:t>
            </a:r>
            <a:endParaRPr sz="2400">
              <a:latin typeface="Arial"/>
              <a:ea typeface="Arial"/>
              <a:cs typeface="Arial"/>
              <a:sym typeface="Arial"/>
            </a:endParaRPr>
          </a:p>
        </p:txBody>
      </p:sp>
      <p:sp>
        <p:nvSpPr>
          <p:cNvPr id="311" name="Google Shape;311;p6"/>
          <p:cNvSpPr txBox="1"/>
          <p:nvPr>
            <p:ph type="title"/>
          </p:nvPr>
        </p:nvSpPr>
        <p:spPr>
          <a:xfrm>
            <a:off x="838199" y="231965"/>
            <a:ext cx="11353801" cy="132556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5400"/>
              <a:buFont typeface="Calibri"/>
              <a:buNone/>
            </a:pPr>
            <a:r>
              <a:rPr b="1" lang="en-US" sz="5000">
                <a:latin typeface="Calibri"/>
                <a:ea typeface="Calibri"/>
                <a:cs typeface="Calibri"/>
                <a:sym typeface="Calibri"/>
              </a:rPr>
              <a:t>Flutter: The Game-Changer in Mobile Apps</a:t>
            </a:r>
            <a:endParaRPr sz="5000"/>
          </a:p>
        </p:txBody>
      </p:sp>
      <p:pic>
        <p:nvPicPr>
          <p:cNvPr id="312" name="Google Shape;312;p6"/>
          <p:cNvPicPr preferRelativeResize="0"/>
          <p:nvPr/>
        </p:nvPicPr>
        <p:blipFill rotWithShape="1">
          <a:blip r:embed="rId4">
            <a:alphaModFix/>
          </a:blip>
          <a:srcRect b="18752"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Effect filter="fade" transition="in">
                                      <p:cBhvr>
                                        <p:cTn dur="500"/>
                                        <p:tgtEl>
                                          <p:spTgt spid="310">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Effect filter="fade" transition="in">
                                      <p:cBhvr>
                                        <p:cTn dur="500"/>
                                        <p:tgtEl>
                                          <p:spTgt spid="310">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Effect filter="fade" transition="in">
                                      <p:cBhvr>
                                        <p:cTn dur="500"/>
                                        <p:tgtEl>
                                          <p:spTgt spid="310">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Effect filter="fade" transition="in">
                                      <p:cBhvr>
                                        <p:cTn dur="500"/>
                                        <p:tgtEl>
                                          <p:spTgt spid="31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https://miro.medium.com/v2/resize:fit:700/1*Q1M2RxRC-X4J4p3QkOhN8g.jpeg" id="318" name="Google Shape;318;p7"/>
          <p:cNvPicPr preferRelativeResize="0"/>
          <p:nvPr/>
        </p:nvPicPr>
        <p:blipFill rotWithShape="1">
          <a:blip r:embed="rId3">
            <a:alphaModFix/>
          </a:blip>
          <a:srcRect b="0" l="0" r="0" t="0"/>
          <a:stretch/>
        </p:blipFill>
        <p:spPr>
          <a:xfrm>
            <a:off x="5524500" y="1534170"/>
            <a:ext cx="6667500" cy="4997167"/>
          </a:xfrm>
          <a:prstGeom prst="rect">
            <a:avLst/>
          </a:prstGeom>
          <a:noFill/>
          <a:ln>
            <a:noFill/>
          </a:ln>
        </p:spPr>
      </p:pic>
      <p:sp>
        <p:nvSpPr>
          <p:cNvPr id="319" name="Google Shape;319;p7"/>
          <p:cNvSpPr txBox="1"/>
          <p:nvPr>
            <p:ph type="title"/>
          </p:nvPr>
        </p:nvSpPr>
        <p:spPr>
          <a:xfrm>
            <a:off x="406400" y="255870"/>
            <a:ext cx="10515600" cy="13255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5000"/>
              <a:buFont typeface="Calibri"/>
              <a:buNone/>
            </a:pPr>
            <a:r>
              <a:rPr b="1" lang="en-US" sz="5000">
                <a:latin typeface="Calibri"/>
                <a:ea typeface="Calibri"/>
                <a:cs typeface="Calibri"/>
                <a:sym typeface="Calibri"/>
              </a:rPr>
              <a:t>Embracing the Future of Flutter: </a:t>
            </a:r>
            <a:br>
              <a:rPr b="1" lang="en-US" sz="5000">
                <a:latin typeface="Calibri"/>
                <a:ea typeface="Calibri"/>
                <a:cs typeface="Calibri"/>
                <a:sym typeface="Calibri"/>
              </a:rPr>
            </a:br>
            <a:r>
              <a:rPr b="1" lang="en-US" sz="5000">
                <a:latin typeface="Calibri"/>
                <a:ea typeface="Calibri"/>
                <a:cs typeface="Calibri"/>
                <a:sym typeface="Calibri"/>
              </a:rPr>
              <a:t>Evolving Trends and Possibilities</a:t>
            </a:r>
            <a:endParaRPr b="1" sz="5000">
              <a:latin typeface="Calibri"/>
              <a:ea typeface="Calibri"/>
              <a:cs typeface="Calibri"/>
              <a:sym typeface="Calibri"/>
            </a:endParaRPr>
          </a:p>
        </p:txBody>
      </p:sp>
      <p:sp>
        <p:nvSpPr>
          <p:cNvPr id="320" name="Google Shape;320;p7"/>
          <p:cNvSpPr txBox="1"/>
          <p:nvPr>
            <p:ph idx="1" type="body"/>
          </p:nvPr>
        </p:nvSpPr>
        <p:spPr>
          <a:xfrm>
            <a:off x="710379" y="2081263"/>
            <a:ext cx="5254991" cy="4450074"/>
          </a:xfrm>
          <a:prstGeom prst="rect">
            <a:avLst/>
          </a:prstGeom>
          <a:noFill/>
          <a:ln>
            <a:noFill/>
          </a:ln>
        </p:spPr>
        <p:txBody>
          <a:bodyPr anchorCtr="0" anchor="t" bIns="45700" lIns="91425" spcFirstLastPara="1" rIns="91425" wrap="square" tIns="45700">
            <a:normAutofit lnSpcReduction="10000"/>
          </a:bodyPr>
          <a:lstStyle/>
          <a:p>
            <a:pPr indent="-228604" lvl="0" marL="228604" rtl="0" algn="l">
              <a:lnSpc>
                <a:spcPct val="150000"/>
              </a:lnSpc>
              <a:spcBef>
                <a:spcPts val="0"/>
              </a:spcBef>
              <a:spcAft>
                <a:spcPts val="0"/>
              </a:spcAft>
              <a:buClr>
                <a:schemeClr val="dk1"/>
              </a:buClr>
              <a:buSzPts val="2800"/>
              <a:buChar char="•"/>
            </a:pPr>
            <a:r>
              <a:rPr lang="en-US">
                <a:latin typeface="Arial"/>
                <a:ea typeface="Arial"/>
                <a:cs typeface="Arial"/>
                <a:sym typeface="Arial"/>
              </a:rPr>
              <a:t>Expanded Platform Support</a:t>
            </a:r>
            <a:endParaRPr/>
          </a:p>
          <a:p>
            <a:pPr indent="-228604" lvl="0" marL="228604" rtl="0" algn="l">
              <a:lnSpc>
                <a:spcPct val="150000"/>
              </a:lnSpc>
              <a:spcBef>
                <a:spcPts val="1000"/>
              </a:spcBef>
              <a:spcAft>
                <a:spcPts val="0"/>
              </a:spcAft>
              <a:buClr>
                <a:schemeClr val="dk1"/>
              </a:buClr>
              <a:buSzPts val="2800"/>
              <a:buChar char="•"/>
            </a:pPr>
            <a:r>
              <a:rPr lang="en-US">
                <a:latin typeface="Arial"/>
                <a:ea typeface="Arial"/>
                <a:cs typeface="Arial"/>
                <a:sym typeface="Arial"/>
              </a:rPr>
              <a:t>Enhanced Performance</a:t>
            </a:r>
            <a:endParaRPr>
              <a:latin typeface="Arial"/>
              <a:ea typeface="Arial"/>
              <a:cs typeface="Arial"/>
              <a:sym typeface="Arial"/>
            </a:endParaRPr>
          </a:p>
          <a:p>
            <a:pPr indent="-228604" lvl="0" marL="228604" rtl="0" algn="l">
              <a:lnSpc>
                <a:spcPct val="150000"/>
              </a:lnSpc>
              <a:spcBef>
                <a:spcPts val="1000"/>
              </a:spcBef>
              <a:spcAft>
                <a:spcPts val="0"/>
              </a:spcAft>
              <a:buClr>
                <a:schemeClr val="dk1"/>
              </a:buClr>
              <a:buSzPts val="2800"/>
              <a:buChar char="•"/>
            </a:pPr>
            <a:r>
              <a:rPr lang="en-US">
                <a:latin typeface="Arial"/>
                <a:ea typeface="Arial"/>
                <a:cs typeface="Arial"/>
                <a:sym typeface="Arial"/>
              </a:rPr>
              <a:t>Refined Development Tools</a:t>
            </a:r>
            <a:endParaRPr>
              <a:latin typeface="Arial"/>
              <a:ea typeface="Arial"/>
              <a:cs typeface="Arial"/>
              <a:sym typeface="Arial"/>
            </a:endParaRPr>
          </a:p>
          <a:p>
            <a:pPr indent="-228604" lvl="0" marL="228604" rtl="0" algn="l">
              <a:lnSpc>
                <a:spcPct val="150000"/>
              </a:lnSpc>
              <a:spcBef>
                <a:spcPts val="1000"/>
              </a:spcBef>
              <a:spcAft>
                <a:spcPts val="0"/>
              </a:spcAft>
              <a:buClr>
                <a:schemeClr val="dk1"/>
              </a:buClr>
              <a:buSzPts val="2800"/>
              <a:buChar char="•"/>
            </a:pPr>
            <a:r>
              <a:rPr lang="en-US">
                <a:latin typeface="Arial"/>
                <a:ea typeface="Arial"/>
                <a:cs typeface="Arial"/>
                <a:sym typeface="Arial"/>
              </a:rPr>
              <a:t>Expanded Ecosystem</a:t>
            </a:r>
            <a:endParaRPr>
              <a:latin typeface="Arial"/>
              <a:ea typeface="Arial"/>
              <a:cs typeface="Arial"/>
              <a:sym typeface="Arial"/>
            </a:endParaRPr>
          </a:p>
          <a:p>
            <a:pPr indent="-228604" lvl="0" marL="228604" rtl="0" algn="l">
              <a:lnSpc>
                <a:spcPct val="150000"/>
              </a:lnSpc>
              <a:spcBef>
                <a:spcPts val="1000"/>
              </a:spcBef>
              <a:spcAft>
                <a:spcPts val="0"/>
              </a:spcAft>
              <a:buClr>
                <a:schemeClr val="dk1"/>
              </a:buClr>
              <a:buSzPts val="2800"/>
              <a:buChar char="•"/>
            </a:pPr>
            <a:r>
              <a:rPr lang="en-US">
                <a:latin typeface="Arial"/>
                <a:ea typeface="Arial"/>
                <a:cs typeface="Arial"/>
                <a:sym typeface="Arial"/>
              </a:rPr>
              <a:t>AI and ML Integration</a:t>
            </a:r>
            <a:endParaRPr>
              <a:latin typeface="Arial"/>
              <a:ea typeface="Arial"/>
              <a:cs typeface="Arial"/>
              <a:sym typeface="Arial"/>
            </a:endParaRPr>
          </a:p>
          <a:p>
            <a:pPr indent="-228604" lvl="0" marL="228604" rtl="0" algn="l">
              <a:lnSpc>
                <a:spcPct val="150000"/>
              </a:lnSpc>
              <a:spcBef>
                <a:spcPts val="1000"/>
              </a:spcBef>
              <a:spcAft>
                <a:spcPts val="0"/>
              </a:spcAft>
              <a:buClr>
                <a:schemeClr val="dk1"/>
              </a:buClr>
              <a:buSzPts val="2800"/>
              <a:buChar char="•"/>
            </a:pPr>
            <a:r>
              <a:rPr lang="en-US">
                <a:latin typeface="Arial"/>
                <a:ea typeface="Arial"/>
                <a:cs typeface="Arial"/>
                <a:sym typeface="Arial"/>
              </a:rPr>
              <a:t>AR and VR Integration</a:t>
            </a:r>
            <a:endParaRPr>
              <a:latin typeface="Arial"/>
              <a:ea typeface="Arial"/>
              <a:cs typeface="Arial"/>
              <a:sym typeface="Arial"/>
            </a:endParaRPr>
          </a:p>
        </p:txBody>
      </p:sp>
      <p:pic>
        <p:nvPicPr>
          <p:cNvPr id="321" name="Google Shape;321;p7"/>
          <p:cNvPicPr preferRelativeResize="0"/>
          <p:nvPr/>
        </p:nvPicPr>
        <p:blipFill rotWithShape="1">
          <a:blip r:embed="rId4">
            <a:alphaModFix/>
          </a:blip>
          <a:srcRect b="18752"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animEffect filter="fade" transition="in">
                                      <p:cBhvr>
                                        <p:cTn dur="1000"/>
                                        <p:tgtEl>
                                          <p:spTgt spid="320">
                                            <p:txEl>
                                              <p:pRg end="0" st="0"/>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animEffect filter="fade" transition="in">
                                      <p:cBhvr>
                                        <p:cTn dur="1000"/>
                                        <p:tgtEl>
                                          <p:spTgt spid="32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animEffect filter="fade" transition="in">
                                      <p:cBhvr>
                                        <p:cTn dur="1000"/>
                                        <p:tgtEl>
                                          <p:spTgt spid="320">
                                            <p:txEl>
                                              <p:pRg end="2" st="2"/>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animEffect filter="fade" transition="in">
                                      <p:cBhvr>
                                        <p:cTn dur="1000"/>
                                        <p:tgtEl>
                                          <p:spTgt spid="320">
                                            <p:txEl>
                                              <p:pRg end="3" st="3"/>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animEffect filter="fade" transition="in">
                                      <p:cBhvr>
                                        <p:cTn dur="1000"/>
                                        <p:tgtEl>
                                          <p:spTgt spid="320">
                                            <p:txEl>
                                              <p:pRg end="4" st="4"/>
                                            </p:txEl>
                                          </p:spTgt>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320">
                                            <p:txEl>
                                              <p:pRg end="5" st="5"/>
                                            </p:txEl>
                                          </p:spTgt>
                                        </p:tgtEl>
                                        <p:attrNameLst>
                                          <p:attrName>style.visibility</p:attrName>
                                        </p:attrNameLst>
                                      </p:cBhvr>
                                      <p:to>
                                        <p:strVal val="visible"/>
                                      </p:to>
                                    </p:set>
                                    <p:animEffect filter="fade" transition="in">
                                      <p:cBhvr>
                                        <p:cTn dur="1000"/>
                                        <p:tgtEl>
                                          <p:spTgt spid="32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8"/>
          <p:cNvSpPr txBox="1"/>
          <p:nvPr>
            <p:ph idx="1" type="body"/>
          </p:nvPr>
        </p:nvSpPr>
        <p:spPr>
          <a:xfrm>
            <a:off x="838200" y="2050596"/>
            <a:ext cx="6955971" cy="4324804"/>
          </a:xfrm>
          <a:prstGeom prst="rect">
            <a:avLst/>
          </a:prstGeom>
          <a:noFill/>
          <a:ln>
            <a:noFill/>
          </a:ln>
        </p:spPr>
        <p:txBody>
          <a:bodyPr anchorCtr="0" anchor="t" bIns="45700" lIns="91425" spcFirstLastPara="1" rIns="91425" wrap="square" tIns="45700">
            <a:normAutofit fontScale="70000" lnSpcReduction="20000"/>
          </a:bodyPr>
          <a:lstStyle/>
          <a:p>
            <a:pPr indent="-228604" lvl="0" marL="228604" rtl="0" algn="l">
              <a:lnSpc>
                <a:spcPct val="120000"/>
              </a:lnSpc>
              <a:spcBef>
                <a:spcPts val="0"/>
              </a:spcBef>
              <a:spcAft>
                <a:spcPts val="0"/>
              </a:spcAft>
              <a:buClr>
                <a:schemeClr val="dk1"/>
              </a:buClr>
              <a:buSzPct val="100000"/>
              <a:buChar char="•"/>
            </a:pPr>
            <a:r>
              <a:rPr lang="en-US">
                <a:latin typeface="Arial"/>
                <a:ea typeface="Arial"/>
                <a:cs typeface="Arial"/>
                <a:sym typeface="Arial"/>
              </a:rPr>
              <a:t>Leading cross-platform development framework</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Gaining immense popularity among developers.</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Build native-looking IOS &amp; Android apps from a single codebase </a:t>
            </a:r>
            <a:endParaRPr>
              <a:latin typeface="Arial"/>
              <a:ea typeface="Arial"/>
              <a:cs typeface="Arial"/>
              <a:sym typeface="Arial"/>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Highly efficient and cost-effective solution.</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Innovative approach and developer-centric focus.</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Advancements in performance</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Expanded platform support</a:t>
            </a:r>
            <a:endParaRPr/>
          </a:p>
          <a:p>
            <a:pPr indent="-228604" lvl="0" marL="228604" rtl="0" algn="l">
              <a:lnSpc>
                <a:spcPct val="120000"/>
              </a:lnSpc>
              <a:spcBef>
                <a:spcPts val="1000"/>
              </a:spcBef>
              <a:spcAft>
                <a:spcPts val="0"/>
              </a:spcAft>
              <a:buClr>
                <a:schemeClr val="dk1"/>
              </a:buClr>
              <a:buSzPct val="100000"/>
              <a:buChar char="•"/>
            </a:pPr>
            <a:r>
              <a:rPr lang="en-US">
                <a:latin typeface="Arial"/>
                <a:ea typeface="Arial"/>
                <a:cs typeface="Arial"/>
                <a:sym typeface="Arial"/>
              </a:rPr>
              <a:t>Enhanced tooling and integration with emerging technologies.</a:t>
            </a:r>
            <a:endParaRPr/>
          </a:p>
          <a:p>
            <a:pPr indent="0" lvl="0" marL="0" rtl="0" algn="l">
              <a:lnSpc>
                <a:spcPct val="120000"/>
              </a:lnSpc>
              <a:spcBef>
                <a:spcPts val="1000"/>
              </a:spcBef>
              <a:spcAft>
                <a:spcPts val="0"/>
              </a:spcAft>
              <a:buClr>
                <a:schemeClr val="dk1"/>
              </a:buClr>
              <a:buSzPct val="100000"/>
              <a:buNone/>
            </a:pPr>
            <a:r>
              <a:t/>
            </a:r>
            <a:endParaRPr>
              <a:latin typeface="Arial"/>
              <a:ea typeface="Arial"/>
              <a:cs typeface="Arial"/>
              <a:sym typeface="Arial"/>
            </a:endParaRPr>
          </a:p>
        </p:txBody>
      </p:sp>
      <p:sp>
        <p:nvSpPr>
          <p:cNvPr id="328" name="Google Shape;328;p8"/>
          <p:cNvSpPr txBox="1"/>
          <p:nvPr>
            <p:ph type="title"/>
          </p:nvPr>
        </p:nvSpPr>
        <p:spPr>
          <a:xfrm>
            <a:off x="838200" y="365125"/>
            <a:ext cx="7067550" cy="132556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5000"/>
              <a:buFont typeface="Calibri"/>
              <a:buNone/>
            </a:pPr>
            <a:r>
              <a:rPr b="1" lang="en-US" sz="5000">
                <a:latin typeface="Calibri"/>
                <a:ea typeface="Calibri"/>
                <a:cs typeface="Calibri"/>
                <a:sym typeface="Calibri"/>
              </a:rPr>
              <a:t>Revolutionizing Mobile App Development</a:t>
            </a:r>
            <a:endParaRPr/>
          </a:p>
        </p:txBody>
      </p:sp>
      <p:pic>
        <p:nvPicPr>
          <p:cNvPr descr="Mobile app development cost in 2023" id="329" name="Google Shape;329;p8"/>
          <p:cNvPicPr preferRelativeResize="0"/>
          <p:nvPr/>
        </p:nvPicPr>
        <p:blipFill rotWithShape="1">
          <a:blip r:embed="rId3">
            <a:alphaModFix/>
          </a:blip>
          <a:srcRect b="-60" l="0" r="0" t="-299"/>
          <a:stretch/>
        </p:blipFill>
        <p:spPr>
          <a:xfrm rot="253115">
            <a:off x="7157885" y="-19050"/>
            <a:ext cx="5034116" cy="6896100"/>
          </a:xfrm>
          <a:prstGeom prst="star12">
            <a:avLst>
              <a:gd fmla="val 37500" name="adj"/>
            </a:avLst>
          </a:prstGeom>
          <a:noFill/>
          <a:ln>
            <a:noFill/>
          </a:ln>
        </p:spPr>
      </p:pic>
      <p:pic>
        <p:nvPicPr>
          <p:cNvPr id="330" name="Google Shape;330;p8"/>
          <p:cNvPicPr preferRelativeResize="0"/>
          <p:nvPr/>
        </p:nvPicPr>
        <p:blipFill rotWithShape="1">
          <a:blip r:embed="rId4">
            <a:alphaModFix/>
          </a:blip>
          <a:srcRect b="18752" l="0" r="0" t="20039"/>
          <a:stretch/>
        </p:blipFill>
        <p:spPr>
          <a:xfrm>
            <a:off x="10845125" y="6204675"/>
            <a:ext cx="1421125" cy="65332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ppt_w</p:attrName>
                                        </p:attrNameLst>
                                      </p:cBhvr>
                                      <p:tavLst>
                                        <p:tav fmla="" tm="0">
                                          <p:val>
                                            <p:strVal val="0"/>
                                          </p:val>
                                        </p:tav>
                                        <p:tav fmla="" tm="100000">
                                          <p:val>
                                            <p:strVal val="#ppt_w"/>
                                          </p:val>
                                        </p:tav>
                                      </p:tavLst>
                                    </p:anim>
                                    <p:anim calcmode="lin" valueType="num">
                                      <p:cBhvr additive="base">
                                        <p:cTn dur="500"/>
                                        <p:tgtEl>
                                          <p:spTgt spid="3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ontents Slide Master">
  <a:themeElements>
    <a:clrScheme name="ALLPPT-616">
      <a:dk1>
        <a:srgbClr val="000000"/>
      </a:dk1>
      <a:lt1>
        <a:srgbClr val="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ver and End Slide Master">
  <a:themeElements>
    <a:clrScheme name="ALLPPT-632">
      <a:dk1>
        <a:srgbClr val="000000"/>
      </a:dk1>
      <a:lt1>
        <a:srgbClr val="FFFFFF"/>
      </a:lt1>
      <a:dk2>
        <a:srgbClr val="1F497D"/>
      </a:dk2>
      <a:lt2>
        <a:srgbClr val="EEECE1"/>
      </a:lt2>
      <a:accent1>
        <a:srgbClr val="DD8BFF"/>
      </a:accent1>
      <a:accent2>
        <a:srgbClr val="B57BFF"/>
      </a:accent2>
      <a:accent3>
        <a:srgbClr val="A178FF"/>
      </a:accent3>
      <a:accent4>
        <a:srgbClr val="888FFF"/>
      </a:accent4>
      <a:accent5>
        <a:srgbClr val="86AAFF"/>
      </a:accent5>
      <a:accent6>
        <a:srgbClr val="83D7FF"/>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over and End Slide Master">
  <a:themeElements>
    <a:clrScheme name="ALLPPT-616">
      <a:dk1>
        <a:srgbClr val="000000"/>
      </a:dk1>
      <a:lt1>
        <a:srgbClr val="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ection Break Slide Master">
  <a:themeElements>
    <a:clrScheme name="ALLPPT-632">
      <a:dk1>
        <a:srgbClr val="000000"/>
      </a:dk1>
      <a:lt1>
        <a:srgbClr val="FFFFFF"/>
      </a:lt1>
      <a:dk2>
        <a:srgbClr val="1F497D"/>
      </a:dk2>
      <a:lt2>
        <a:srgbClr val="EEECE1"/>
      </a:lt2>
      <a:accent1>
        <a:srgbClr val="DD8BFF"/>
      </a:accent1>
      <a:accent2>
        <a:srgbClr val="B57BFF"/>
      </a:accent2>
      <a:accent3>
        <a:srgbClr val="A178FF"/>
      </a:accent3>
      <a:accent4>
        <a:srgbClr val="888FFF"/>
      </a:accent4>
      <a:accent5>
        <a:srgbClr val="86AAFF"/>
      </a:accent5>
      <a:accent6>
        <a:srgbClr val="83D7FF"/>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Contents Slide Master">
  <a:themeElements>
    <a:clrScheme name="ALLPPT-632">
      <a:dk1>
        <a:srgbClr val="000000"/>
      </a:dk1>
      <a:lt1>
        <a:srgbClr val="FFFFFF"/>
      </a:lt1>
      <a:dk2>
        <a:srgbClr val="1F497D"/>
      </a:dk2>
      <a:lt2>
        <a:srgbClr val="EEECE1"/>
      </a:lt2>
      <a:accent1>
        <a:srgbClr val="DD8BFF"/>
      </a:accent1>
      <a:accent2>
        <a:srgbClr val="B58CFF"/>
      </a:accent2>
      <a:accent3>
        <a:srgbClr val="A178FF"/>
      </a:accent3>
      <a:accent4>
        <a:srgbClr val="888FFF"/>
      </a:accent4>
      <a:accent5>
        <a:srgbClr val="86AAFF"/>
      </a:accent5>
      <a:accent6>
        <a:srgbClr val="83D7FF"/>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3_Cover and End Slide Master">
  <a:themeElements>
    <a:clrScheme name="AI">
      <a:dk1>
        <a:srgbClr val="000000"/>
      </a:dk1>
      <a:lt1>
        <a:srgbClr val="FFFFFF"/>
      </a:lt1>
      <a:dk2>
        <a:srgbClr val="44546A"/>
      </a:dk2>
      <a:lt2>
        <a:srgbClr val="E7E6E6"/>
      </a:lt2>
      <a:accent1>
        <a:srgbClr val="87ADDB"/>
      </a:accent1>
      <a:accent2>
        <a:srgbClr val="FEDC04"/>
      </a:accent2>
      <a:accent3>
        <a:srgbClr val="F77660"/>
      </a:accent3>
      <a:accent4>
        <a:srgbClr val="4C93DF"/>
      </a:accent4>
      <a:accent5>
        <a:srgbClr val="555A5C"/>
      </a:accent5>
      <a:accent6>
        <a:srgbClr val="737474"/>
      </a:accent6>
      <a:hlink>
        <a:srgbClr val="D8D8D8"/>
      </a:hlink>
      <a:folHlink>
        <a:srgbClr val="D8D8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2023-12-02T05:21:38Z</dcterms:created>
  <dc:creator>Admin</dc:creator>
</cp:coreProperties>
</file>