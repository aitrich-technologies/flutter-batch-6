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/GF0aDBnY4360tuv6MHmb4wFT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lutter.dev/docs/get-started/install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rgbClr val="0D0D0D"/>
                </a:solidFill>
              </a:rPr>
              <a:t>Hello everyone, welcome to our session on "Flutter Tooling and IDE Setup Setting up a Basic Flutter Project." Today, we'll delve into the fundamental building blocks of Flutter app development: widgets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Essential Flutter Tooling: Building Your Cross-Platform Dream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Flutter provides a robust set of tools to empower your development journey. Let's explore two key ones: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Flutter SDK: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Comprehensive Package:</a:t>
            </a:r>
            <a:r>
              <a:rPr lang="en-US">
                <a:solidFill>
                  <a:srgbClr val="1F1F1F"/>
                </a:solidFill>
              </a:rPr>
              <a:t> This is the cornerstone of your Flutter development, containing everything you need to get started.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Essential Components: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Dart compiler:</a:t>
            </a:r>
            <a:r>
              <a:rPr lang="en-US">
                <a:solidFill>
                  <a:srgbClr val="1F1F1F"/>
                </a:solidFill>
              </a:rPr>
              <a:t> Translates your Dart code into machine code understandable by different platforms.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Flutter runtime:</a:t>
            </a:r>
            <a:r>
              <a:rPr lang="en-US">
                <a:solidFill>
                  <a:srgbClr val="1F1F1F"/>
                </a:solidFill>
              </a:rPr>
              <a:t> Provides the foundation for running your Flutter app on various devices.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Pre-built widgets:</a:t>
            </a:r>
            <a:r>
              <a:rPr lang="en-US">
                <a:solidFill>
                  <a:srgbClr val="1F1F1F"/>
                </a:solidFill>
              </a:rPr>
              <a:t> Offers a rich library of ready-to-use UI elements to kickstart your development.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Dart Editor: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Your Code Hub:</a:t>
            </a:r>
            <a:r>
              <a:rPr lang="en-US">
                <a:solidFill>
                  <a:srgbClr val="1F1F1F"/>
                </a:solidFill>
              </a:rPr>
              <a:t> This IDE is specifically designed for Dart development, offering a streamlined environment for writing and managing your code.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Core Features:</a:t>
            </a:r>
            <a:endParaRPr b="1"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Basic code editing:</a:t>
            </a:r>
            <a:r>
              <a:rPr lang="en-US">
                <a:solidFill>
                  <a:srgbClr val="1F1F1F"/>
                </a:solidFill>
              </a:rPr>
              <a:t> Provides syntax highlighting, code completion, and other essential editing tools.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Debugging:</a:t>
            </a:r>
            <a:r>
              <a:rPr lang="en-US">
                <a:solidFill>
                  <a:srgbClr val="1F1F1F"/>
                </a:solidFill>
              </a:rPr>
              <a:t> Helps you identify and fix errors in your code efficiently.</a:t>
            </a:r>
            <a:endParaRPr>
              <a:solidFill>
                <a:srgbClr val="1F1F1F"/>
              </a:solidFill>
            </a:endParaRPr>
          </a:p>
          <a:p>
            <a:pPr indent="-298450" lvl="1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>
                <a:solidFill>
                  <a:srgbClr val="1F1F1F"/>
                </a:solidFill>
              </a:rPr>
              <a:t>Project management:</a:t>
            </a:r>
            <a:r>
              <a:rPr lang="en-US">
                <a:solidFill>
                  <a:srgbClr val="1F1F1F"/>
                </a:solidFill>
              </a:rPr>
              <a:t> Organizes your project files and dependencies for smooth development.</a:t>
            </a:r>
            <a:endParaRPr>
              <a:solidFill>
                <a:srgbClr val="1F1F1F"/>
              </a:solidFill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</a:rPr>
              <a:t>1. Visual Studio Code (VS Code):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Popular &amp; Extensible:</a:t>
            </a:r>
            <a:r>
              <a:rPr lang="en-US">
                <a:solidFill>
                  <a:srgbClr val="1F1F1F"/>
                </a:solidFill>
              </a:rPr>
              <a:t> A widely used code editor with a vast ecosystem of extensions, including many specifically designed for Flutter.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Customization Powerhouse:</a:t>
            </a:r>
            <a:r>
              <a:rPr lang="en-US">
                <a:solidFill>
                  <a:srgbClr val="1F1F1F"/>
                </a:solidFill>
              </a:rPr>
              <a:t> Highly customizable interface and workflows to suit your preferences.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Integrations Galore:</a:t>
            </a:r>
            <a:r>
              <a:rPr lang="en-US">
                <a:solidFill>
                  <a:srgbClr val="1F1F1F"/>
                </a:solidFill>
              </a:rPr>
              <a:t> Integrates seamlessly with various tools and services for a comprehensive development experience.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Debugging &amp; Development Support:</a:t>
            </a:r>
            <a:r>
              <a:rPr lang="en-US">
                <a:solidFill>
                  <a:srgbClr val="1F1F1F"/>
                </a:solidFill>
              </a:rPr>
              <a:t> Provides extensions for debugging, refactoring, and code completion, enhancing productivity.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Learning Curve:</a:t>
            </a:r>
            <a:r>
              <a:rPr lang="en-US">
                <a:solidFill>
                  <a:srgbClr val="1F1F1F"/>
                </a:solidFill>
              </a:rPr>
              <a:t> May require some configuration and extension setup for optimal Flutter development.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1F1F"/>
                </a:solidFill>
              </a:rPr>
              <a:t>2. Android Studio: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Official Android IDE:</a:t>
            </a:r>
            <a:r>
              <a:rPr lang="en-US">
                <a:solidFill>
                  <a:srgbClr val="1F1F1F"/>
                </a:solidFill>
              </a:rPr>
              <a:t> Developed by Google, offering deep integration with Android development tools and features.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Built-in Flutter Support:</a:t>
            </a:r>
            <a:r>
              <a:rPr lang="en-US">
                <a:solidFill>
                  <a:srgbClr val="1F1F1F"/>
                </a:solidFill>
              </a:rPr>
              <a:t> Includes plugins and features specifically designed for Flutter development.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Android Specialization:</a:t>
            </a:r>
            <a:r>
              <a:rPr lang="en-US">
                <a:solidFill>
                  <a:srgbClr val="1F1F1F"/>
                </a:solidFill>
              </a:rPr>
              <a:t> Ideal for developers already familiar with Android development, providing advanced features for building native-looking apps.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Limited Extensibility:</a:t>
            </a:r>
            <a:r>
              <a:rPr lang="en-US">
                <a:solidFill>
                  <a:srgbClr val="1F1F1F"/>
                </a:solidFill>
              </a:rPr>
              <a:t> Offers fewer customization options compared to VS Code.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Performance Considerations:</a:t>
            </a:r>
            <a:r>
              <a:rPr lang="en-US">
                <a:solidFill>
                  <a:srgbClr val="1F1F1F"/>
                </a:solidFill>
              </a:rPr>
              <a:t> Can be resource-intensive on older machines.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The Flutter SDK: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Download:</a:t>
            </a:r>
            <a:r>
              <a:rPr lang="en-US">
                <a:solidFill>
                  <a:srgbClr val="1F1F1F"/>
                </a:solidFill>
              </a:rPr>
              <a:t> Head to the official Flutter website (</a:t>
            </a:r>
            <a:r>
              <a:rPr lang="en-US" u="sng">
                <a:solidFill>
                  <a:srgbClr val="0B57D0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https://flutter.dev/docs/get-started/install</a:t>
            </a:r>
            <a:r>
              <a:rPr lang="en-US">
                <a:solidFill>
                  <a:srgbClr val="1F1F1F"/>
                </a:solidFill>
              </a:rPr>
              <a:t>) and grab the SDK for your operating system.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Extract:</a:t>
            </a:r>
            <a:r>
              <a:rPr lang="en-US">
                <a:solidFill>
                  <a:srgbClr val="1F1F1F"/>
                </a:solidFill>
              </a:rPr>
              <a:t> Unzip the downloaded file to a convenient location on your machine. Remember its path, you'll need it later.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Environment Variable:</a:t>
            </a:r>
            <a:r>
              <a:rPr lang="en-US">
                <a:solidFill>
                  <a:srgbClr val="1F1F1F"/>
                </a:solidFill>
              </a:rPr>
              <a:t> Set up an environment variable named FLUTTER_HOME that points to the extracted SDK directory. This helps your system locate the necessary tools and libraries.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Choosing Your IDE: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Flutter offers several development environments to suit your style: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Dart Editor:</a:t>
            </a:r>
            <a:r>
              <a:rPr lang="en-US">
                <a:solidFill>
                  <a:srgbClr val="1F1F1F"/>
                </a:solidFill>
              </a:rPr>
              <a:t> A lightweight choice designed specifically for Dart development. Simple and ideal for getting started.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Visual Studio Code:</a:t>
            </a:r>
            <a:r>
              <a:rPr lang="en-US">
                <a:solidFill>
                  <a:srgbClr val="1F1F1F"/>
                </a:solidFill>
              </a:rPr>
              <a:t> A popular and extensible code editor with a vast ecosystem of Flutter plugins for debugging, refactoring, and more. Highly customizable and integrates with various tools.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Android Studio:</a:t>
            </a:r>
            <a:r>
              <a:rPr lang="en-US">
                <a:solidFill>
                  <a:srgbClr val="1F1F1F"/>
                </a:solidFill>
              </a:rPr>
              <a:t> The official IDE for Android development, with built-in Flutter support and advanced features for Android integration. Suited for developers already familiar with Android development.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Creating a New Project: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Open your chosen IDE:</a:t>
            </a:r>
            <a:r>
              <a:rPr lang="en-US">
                <a:solidFill>
                  <a:srgbClr val="1F1F1F"/>
                </a:solidFill>
              </a:rPr>
              <a:t> Whether it's Dart Editor, Visual Studio Code, or Android Studio, launch it and prepare to create a new project.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Initiate project creation:</a:t>
            </a:r>
            <a:r>
              <a:rPr lang="en-US">
                <a:solidFill>
                  <a:srgbClr val="1F1F1F"/>
                </a:solidFill>
              </a:rPr>
              <a:t> Look for "New Project" options within your IDE. Each IDE has its specific instructions, so consult their documentation if needed.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Name and location:</a:t>
            </a:r>
            <a:r>
              <a:rPr lang="en-US">
                <a:solidFill>
                  <a:srgbClr val="1F1F1F"/>
                </a:solidFill>
              </a:rPr>
              <a:t> Choose a fitting name for your project and select a directory on your machine to store it.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Device type (optional):</a:t>
            </a:r>
            <a:r>
              <a:rPr lang="en-US">
                <a:solidFill>
                  <a:srgbClr val="1F1F1F"/>
                </a:solidFill>
              </a:rPr>
              <a:t> Some IDEs might ask you to specify a target device type (e.g., mobile, web). Choose based on your intended platform for now.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Running the Project: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Device selection:</a:t>
            </a:r>
            <a:r>
              <a:rPr lang="en-US">
                <a:solidFill>
                  <a:srgbClr val="1F1F1F"/>
                </a:solidFill>
              </a:rPr>
              <a:t> Depending on your IDE, choose a physical device, emulator, or simulator to run your app on. Each platform (Android, iOS) might have different options.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Hit the "Run" button:</a:t>
            </a:r>
            <a:r>
              <a:rPr lang="en-US">
                <a:solidFill>
                  <a:srgbClr val="1F1F1F"/>
                </a:solidFill>
              </a:rPr>
              <a:t> Look for options like "Run", "Debug", or "Start" within your IDE to launch your project.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1. Hot Reload: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Instant Feedback:</a:t>
            </a:r>
            <a:r>
              <a:rPr lang="en-US">
                <a:solidFill>
                  <a:srgbClr val="1F1F1F"/>
                </a:solidFill>
              </a:rPr>
              <a:t> Say goodbye to lengthy compile and restart cycles! Witness code changes reflected in the running app </a:t>
            </a:r>
            <a:r>
              <a:rPr b="1" lang="en-US">
                <a:solidFill>
                  <a:srgbClr val="1F1F1F"/>
                </a:solidFill>
              </a:rPr>
              <a:t>instantly</a:t>
            </a:r>
            <a:r>
              <a:rPr lang="en-US">
                <a:solidFill>
                  <a:srgbClr val="1F1F1F"/>
                </a:solidFill>
              </a:rPr>
              <a:t>, without ever hitting a restart button.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Boost Productivity:</a:t>
            </a:r>
            <a:r>
              <a:rPr lang="en-US">
                <a:solidFill>
                  <a:srgbClr val="1F1F1F"/>
                </a:solidFill>
              </a:rPr>
              <a:t> Experiment, iterate, and debug faster with Hot Reload's near-magical response time, saving you precious development time.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Enhanced Learning:</a:t>
            </a:r>
            <a:r>
              <a:rPr lang="en-US">
                <a:solidFill>
                  <a:srgbClr val="1F1F1F"/>
                </a:solidFill>
              </a:rPr>
              <a:t> Explore and learn Flutter by seeing the immediate effects of your code changes, making the learning process more interactive and engaging.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2. Widget Preview: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Isolate and Visualize:</a:t>
            </a:r>
            <a:r>
              <a:rPr lang="en-US">
                <a:solidFill>
                  <a:srgbClr val="1F1F1F"/>
                </a:solidFill>
              </a:rPr>
              <a:t> Dive into the world of each widget without having to run the entire app.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Inspect &amp; Debug:</a:t>
            </a:r>
            <a:r>
              <a:rPr lang="en-US">
                <a:solidFill>
                  <a:srgbClr val="1F1F1F"/>
                </a:solidFill>
              </a:rPr>
              <a:t> View widget properties, layout, and interactions in isolation, making debugging and understanding individual components much easier.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Design Efficiency:</a:t>
            </a:r>
            <a:r>
              <a:rPr lang="en-US">
                <a:solidFill>
                  <a:srgbClr val="1F1F1F"/>
                </a:solidFill>
              </a:rPr>
              <a:t> Experiment with UI designs and layouts quickly and effortlessly, streamlining your design workflow.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3. Flutter Inspector: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Real-time Inspection:</a:t>
            </a:r>
            <a:r>
              <a:rPr lang="en-US">
                <a:solidFill>
                  <a:srgbClr val="1F1F1F"/>
                </a:solidFill>
              </a:rPr>
              <a:t> Take control and modify widget properties </a:t>
            </a:r>
            <a:r>
              <a:rPr b="1" lang="en-US">
                <a:solidFill>
                  <a:srgbClr val="1F1F1F"/>
                </a:solidFill>
              </a:rPr>
              <a:t>on the fly</a:t>
            </a:r>
            <a:r>
              <a:rPr lang="en-US">
                <a:solidFill>
                  <a:srgbClr val="1F1F1F"/>
                </a:solidFill>
              </a:rPr>
              <a:t> while the app is running.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Debugging Powerhouse:</a:t>
            </a:r>
            <a:r>
              <a:rPr lang="en-US">
                <a:solidFill>
                  <a:srgbClr val="1F1F1F"/>
                </a:solidFill>
              </a:rPr>
              <a:t> Identify and fix UI issues in real-time, pinpointing performance bottlenecks with ease.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Visual Widget Tree:</a:t>
            </a:r>
            <a:r>
              <a:rPr lang="en-US">
                <a:solidFill>
                  <a:srgbClr val="1F1F1F"/>
                </a:solidFill>
              </a:rPr>
              <a:t> Gain a comprehensive understanding of your app's structure by visualizing the widget tree in a clear and organized manner.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F1F1F"/>
                </a:solidFill>
              </a:rPr>
              <a:t>Building Flutter apps is exciting, but even the best code can encounter errors. Here's a quick overview of common hurdles and debugging techniques: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Common Flutter Errors: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Null check operator issues:</a:t>
            </a:r>
            <a:r>
              <a:rPr lang="en-US">
                <a:solidFill>
                  <a:srgbClr val="1F1F1F"/>
                </a:solidFill>
              </a:rPr>
              <a:t> Flutter enforces null safety, so be vigilant about using ? or ! operators correctly to avoid null reference errors.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State management errors:</a:t>
            </a:r>
            <a:r>
              <a:rPr lang="en-US">
                <a:solidFill>
                  <a:srgbClr val="1F1F1F"/>
                </a:solidFill>
              </a:rPr>
              <a:t> Improper state updates or forgetting to notify listeners can lead to unexpected behavior. Choose the right state management approach for your project and follow best practices.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Asynchronous programming errors:</a:t>
            </a:r>
            <a:r>
              <a:rPr lang="en-US">
                <a:solidFill>
                  <a:srgbClr val="1F1F1F"/>
                </a:solidFill>
              </a:rPr>
              <a:t> Handling asynchronous operations, like network requests, requires careful attention to callbacks, error handling, and potential race conditions.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1F1F"/>
                </a:solidFill>
              </a:rPr>
              <a:t>Debugging Techniques:</a:t>
            </a:r>
            <a:endParaRPr b="1"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IDE's debugging tools:</a:t>
            </a:r>
            <a:r>
              <a:rPr lang="en-US">
                <a:solidFill>
                  <a:srgbClr val="1F1F1F"/>
                </a:solidFill>
              </a:rPr>
              <a:t> Leverage your IDE's built-in debugger. Set breakpoints to pause execution at specific lines, step through code line by line, and inspect variables to pinpoint issues.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Printing debug statements:</a:t>
            </a:r>
            <a:r>
              <a:rPr lang="en-US">
                <a:solidFill>
                  <a:srgbClr val="1F1F1F"/>
                </a:solidFill>
              </a:rPr>
              <a:t> Strategically insert print statements in your code to log messages and values to the console, helping you trace program flow and identify where things go wrong.</a:t>
            </a:r>
            <a:endParaRPr>
              <a:solidFill>
                <a:srgbClr val="1F1F1F"/>
              </a:solidFill>
            </a:endParaRPr>
          </a:p>
          <a:p>
            <a:pPr indent="-298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rgbClr val="1F1F1F"/>
                </a:solidFill>
              </a:rPr>
              <a:t>Flutter Inspector:</a:t>
            </a:r>
            <a:r>
              <a:rPr lang="en-US">
                <a:solidFill>
                  <a:srgbClr val="1F1F1F"/>
                </a:solidFill>
              </a:rPr>
              <a:t> This visual tool shines for UI debugging. Inspect the widget tree, visualize its structure, and modify widget properties in real-time to identify UI layout issues or performance bottlenecks.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miro.medium.com/v2/resize:fit:700/1*hRgOExxt7PP6vBTJFBhHSA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0" y="2204675"/>
            <a:ext cx="66675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5268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Flutter Tooling and IDE Setup</a:t>
            </a:r>
            <a:b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Setting Up a Basic Flutter Project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464187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i="0" lang="en-US" u="none" strike="noStrike">
                <a:solidFill>
                  <a:schemeClr val="lt1"/>
                </a:solidFill>
              </a:rPr>
              <a:t>A Comprehensive Guide to Getting Started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i="0" lang="en-US" u="none" strike="noStrike">
                <a:solidFill>
                  <a:schemeClr val="lt1"/>
                </a:solidFill>
              </a:rPr>
              <a:t>with Flutter Development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 Essential Tools for the Flutter Mobile App Developer | Instabug" id="93" name="Google Shape;93;p2"/>
          <p:cNvPicPr preferRelativeResize="0"/>
          <p:nvPr/>
        </p:nvPicPr>
        <p:blipFill rotWithShape="1">
          <a:blip r:embed="rId3">
            <a:alphaModFix/>
          </a:blip>
          <a:srcRect b="8211" l="30579" r="29444" t="12635"/>
          <a:stretch/>
        </p:blipFill>
        <p:spPr>
          <a:xfrm>
            <a:off x="3456214" y="1548726"/>
            <a:ext cx="5279571" cy="490513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6096000" y="1241424"/>
            <a:ext cx="5862484" cy="474027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17190" y="1241424"/>
            <a:ext cx="5075084" cy="474027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222818"/>
            <a:ext cx="10515600" cy="90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Essential Flutter Tooling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740874" y="1518323"/>
            <a:ext cx="511031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 sz="2000">
                <a:solidFill>
                  <a:schemeClr val="lt1"/>
                </a:solidFill>
              </a:rPr>
              <a:t>Flutter SDK</a:t>
            </a:r>
            <a:endParaRPr b="0" sz="2000">
              <a:solidFill>
                <a:schemeClr val="lt1"/>
              </a:solidFill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The core Flutter development kit, containing the necessary tools and libraries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Includes the Dart compiler, flutter runtime, and a collection of pre-built widgets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 sz="2000">
                <a:solidFill>
                  <a:schemeClr val="lt1"/>
                </a:solidFill>
              </a:rPr>
              <a:t>Dart Editor</a:t>
            </a:r>
            <a:endParaRPr b="0" sz="2000">
              <a:solidFill>
                <a:schemeClr val="lt1"/>
              </a:solidFill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A simple and lightweight IDE for Dart programming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Offers basic code editing, debugging, and project management features</a:t>
            </a:r>
            <a:endParaRPr/>
          </a:p>
          <a:p>
            <a:pPr indent="-101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6319684" y="1518322"/>
            <a:ext cx="5511800" cy="4577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-US">
                <a:solidFill>
                  <a:schemeClr val="lt1"/>
                </a:solidFill>
              </a:rPr>
              <a:t>Visual Studio Code</a:t>
            </a:r>
            <a:endParaRPr b="0">
              <a:solidFill>
                <a:schemeClr val="lt1"/>
              </a:solidFill>
            </a:endParaRPr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A popular and extensible code editor with extensive Flutter support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Provides a rich set of extensions for debugging, refactoring, and code completion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Highly customizable and integrates with various tools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-US">
                <a:solidFill>
                  <a:schemeClr val="lt1"/>
                </a:solidFill>
              </a:rPr>
              <a:t>Android Studio</a:t>
            </a:r>
            <a:endParaRPr b="0">
              <a:solidFill>
                <a:schemeClr val="lt1"/>
              </a:solidFill>
            </a:endParaRPr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The official IDE for Android development, with built-in Flutter support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Offers advanced features for Android-specific development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solidFill>
                  <a:schemeClr val="lt1"/>
                </a:solidFill>
              </a:rPr>
              <a:t>Suitable for developers with Android development experience</a:t>
            </a:r>
            <a:endParaRPr/>
          </a:p>
          <a:p>
            <a:pPr indent="-10414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20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IDE Setup for Flutter Development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1825625"/>
            <a:ext cx="8204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Installing the Flutter SDK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Download the Flutter SDK from the official website.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Extract the downloaded ZIP file to a designated location.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Set the FLUTTER_HOME environment variable to point to the extracted SDK directory.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Installing an IDE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Choose an IDE from the recommended options (Dart Editor, Visual Studio Code, or Android Studio).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Download and install the selected IDE.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Visual Studio Code - YouTube" id="106" name="Google Shape;106;p3"/>
          <p:cNvPicPr preferRelativeResize="0"/>
          <p:nvPr/>
        </p:nvPicPr>
        <p:blipFill rotWithShape="1">
          <a:blip r:embed="rId3">
            <a:alphaModFix/>
          </a:blip>
          <a:srcRect b="7905" l="6719" r="5269" t="9883"/>
          <a:stretch/>
        </p:blipFill>
        <p:spPr>
          <a:xfrm>
            <a:off x="9169400" y="4195762"/>
            <a:ext cx="2387600" cy="223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4">
            <a:alphaModFix/>
          </a:blip>
          <a:srcRect b="4633" l="23160" r="20753" t="10533"/>
          <a:stretch/>
        </p:blipFill>
        <p:spPr>
          <a:xfrm>
            <a:off x="9169400" y="1267055"/>
            <a:ext cx="2387600" cy="2827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5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365125"/>
            <a:ext cx="660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Setting Up a Basic Flutter Project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4"/>
            <a:ext cx="6604000" cy="45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Creating a New Project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Open the chosen IDE and create a new Flutter project.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Specify a project name and location.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Select the desired device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Running the Project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Choose the desired device or simulator.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Run the project using the IDE's built-in        Run or Debug options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https://miro.medium.com/v2/resize:fit:460/1*6t8TWHaOgv-y5eLwHjYJ6A.png" id="115" name="Google Shape;115;p4"/>
          <p:cNvPicPr preferRelativeResize="0"/>
          <p:nvPr/>
        </p:nvPicPr>
        <p:blipFill rotWithShape="1">
          <a:blip r:embed="rId3">
            <a:alphaModFix/>
          </a:blip>
          <a:srcRect b="48429" l="0" r="0" t="0"/>
          <a:stretch/>
        </p:blipFill>
        <p:spPr>
          <a:xfrm>
            <a:off x="7442200" y="365125"/>
            <a:ext cx="4381500" cy="1630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iro.medium.com/v2/resize:fit:626/1*Ly1anixn1QWApFuR3mO4gQ.png" id="116" name="Google Shape;116;p4"/>
          <p:cNvPicPr preferRelativeResize="0"/>
          <p:nvPr/>
        </p:nvPicPr>
        <p:blipFill rotWithShape="1">
          <a:blip r:embed="rId4">
            <a:alphaModFix/>
          </a:blip>
          <a:srcRect b="48853" l="1365" r="5281" t="0"/>
          <a:stretch/>
        </p:blipFill>
        <p:spPr>
          <a:xfrm>
            <a:off x="7442201" y="2212771"/>
            <a:ext cx="4381500" cy="2093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5">
            <a:alphaModFix/>
          </a:blip>
          <a:srcRect b="33569" l="0" r="0" t="0"/>
          <a:stretch/>
        </p:blipFill>
        <p:spPr>
          <a:xfrm>
            <a:off x="7442200" y="4523353"/>
            <a:ext cx="4381500" cy="1759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6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1" l="0" r="44595" t="-308"/>
          <a:stretch/>
        </p:blipFill>
        <p:spPr>
          <a:xfrm>
            <a:off x="7511846" y="0"/>
            <a:ext cx="468015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Exploring Flutter Tooling Features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200" y="1825625"/>
            <a:ext cx="6673645" cy="461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Hot Reload</a:t>
            </a:r>
            <a:endParaRPr b="0"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Instant feedback during development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See changes reflected in the app without restarting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Enhances productivity and reduces development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Widget Preview</a:t>
            </a:r>
            <a:endParaRPr b="0"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Visualize widgets without running the entire app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Inspect widget properties and layout in isolation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Useful for debugging and designing UI components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Flutter Inspector</a:t>
            </a:r>
            <a:endParaRPr b="0"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Inspect and modify widget properties in real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Debug UI issues and identify performance bottlenecks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Provides a visual representation of the widget tree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37408" l="19412" r="21136" t="22592"/>
          <a:stretch/>
        </p:blipFill>
        <p:spPr>
          <a:xfrm>
            <a:off x="7800873" y="2273032"/>
            <a:ext cx="4102100" cy="58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1353800" y="2323832"/>
            <a:ext cx="431800" cy="482868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>
            <a:stCxn id="127" idx="1"/>
          </p:cNvCxnSpPr>
          <p:nvPr/>
        </p:nvCxnSpPr>
        <p:spPr>
          <a:xfrm rot="10800000">
            <a:off x="10676036" y="1825746"/>
            <a:ext cx="741000" cy="568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" name="Google Shape;129;p5"/>
          <p:cNvSpPr txBox="1"/>
          <p:nvPr/>
        </p:nvSpPr>
        <p:spPr>
          <a:xfrm>
            <a:off x="9410700" y="1431628"/>
            <a:ext cx="124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Hot reload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2476" y="2663196"/>
            <a:ext cx="2601048" cy="2601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of the Flutter inspector window" id="131" name="Google Shape;131;p5"/>
          <p:cNvPicPr preferRelativeResize="0"/>
          <p:nvPr/>
        </p:nvPicPr>
        <p:blipFill rotWithShape="1">
          <a:blip r:embed="rId6">
            <a:alphaModFix/>
          </a:blip>
          <a:srcRect b="15620" l="37020" r="0" t="7358"/>
          <a:stretch/>
        </p:blipFill>
        <p:spPr>
          <a:xfrm>
            <a:off x="7511845" y="1431629"/>
            <a:ext cx="4527755" cy="525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7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Debugging</a:t>
            </a:r>
            <a:r>
              <a:rPr b="1" lang="en-US" sz="5000"/>
              <a:t> </a:t>
            </a: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Flutter</a:t>
            </a:r>
            <a:r>
              <a:rPr b="1" lang="en-US" sz="5000"/>
              <a:t> </a:t>
            </a: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sz="5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838200" y="1825625"/>
            <a:ext cx="6614652" cy="452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Common Flutter Errors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Null check operator issues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State management errors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Asynchronous programming errors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Debugging Techniques</a:t>
            </a:r>
            <a:endParaRPr b="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Using IDE's debugging tools: Set breakpoints, step through code, inspect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Printing debug statements to the console: Log messages for troubleshooting and tracing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Utilizing Flutter Inspector for UI debugging: Identify widget-related issues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7212" y="1574493"/>
            <a:ext cx="5202493" cy="35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18753" l="0" r="0" t="20039"/>
          <a:stretch/>
        </p:blipFill>
        <p:spPr>
          <a:xfrm>
            <a:off x="0" y="6204675"/>
            <a:ext cx="1421125" cy="6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2023-12-08T06:07:11Z</dcterms:created>
  <dc:creator>Microsoft account</dc:creator>
</cp:coreProperties>
</file>