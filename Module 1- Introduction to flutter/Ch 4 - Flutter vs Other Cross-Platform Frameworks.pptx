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VPPkh0KOVp9t+LuIPRLv5Uzdr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Hello everyone, welcome to our session on "Flutter v/s Other Cross-Platform Frameworks."</a:t>
            </a:r>
            <a:r>
              <a:rPr lang="en-US" sz="1200">
                <a:solidFill>
                  <a:schemeClr val="dk1"/>
                </a:solidFill>
              </a:rPr>
              <a:t>In this Presentation we will delve into the world Flutter v/s Other Cross-Platform Frameworks.We will cover Cross-Platform Development, Comparative Analysis of Flutter and Other Frameworks, UI Capabilities and Exploring the Flutter Community. 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Cross-Platform Development: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Imagine reaching users on both iOS and Android with a single codebase. That's the power of cross-platform development!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It streamlines development and reduces costs by building for multiple platforms efficiently.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Flutter: A Modern Cross-Platform UI Toolkit: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Enter Flutter, a game-changer from Google.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Built with the modern and versatile Dart language, Flutter empowers you to create smooth, native-looking apps for iOS, Android, web, and more.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Key Benefits of Flutter: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Declarative UI:</a:t>
            </a:r>
            <a:r>
              <a:rPr lang="en-US">
                <a:solidFill>
                  <a:srgbClr val="1F1F1F"/>
                </a:solidFill>
              </a:rPr>
              <a:t> Describe what you want, not how to build it, leading to cleaner and more maintainable code.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Hot Reload:</a:t>
            </a:r>
            <a:r>
              <a:rPr lang="en-US">
                <a:solidFill>
                  <a:srgbClr val="1F1F1F"/>
                </a:solidFill>
              </a:rPr>
              <a:t> See changes instantly reflected in the running app, accelerating development and iteration.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Streamlined Development:</a:t>
            </a:r>
            <a:r>
              <a:rPr lang="en-US">
                <a:solidFill>
                  <a:srgbClr val="1F1F1F"/>
                </a:solidFill>
              </a:rPr>
              <a:t> Flutter's rich widget library and tooling eliminate repetitive tasks, saving time and effort.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Reduced Costs:</a:t>
            </a:r>
            <a:r>
              <a:rPr lang="en-US">
                <a:solidFill>
                  <a:srgbClr val="1F1F1F"/>
                </a:solidFill>
              </a:rPr>
              <a:t> Reach more users with a single codebase, minimizing development and maintenance expenses.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Consistent UX:</a:t>
            </a:r>
            <a:r>
              <a:rPr lang="en-US">
                <a:solidFill>
                  <a:srgbClr val="1F1F1F"/>
                </a:solidFill>
              </a:rPr>
              <a:t> Deliver a familiar and polished experience across all supported platforms.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Performance: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Rendering speed and memory usage: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Flutter generally excels in smooth UI rendering on both Android and iOS thanks to its efficient Skia graphics engine.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However, some frameworks like React Native boast lower memory usage in specific circumstances.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Network latency and device-specific optimizations: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Both Flutter and other frameworks leverage platform-specific APIs for network requests.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Flutter optimizes rendering for different devices, but frameworks like Xamarin.Forms offer deeper access to native features for potential performance gains.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Development Experience: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Ease of use: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Flutter's hot reload, declarative approach, and rich widget library are praised for making development faster and more intuitive, especially for UI-intensive apps.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React Native requires more JavaScript knowledge and manual UI layout, while native frameworks like Swift or Kotlin can offer steeper learning curves.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Tooling support: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Flutter's ecosystem of tools and plugins, including DevTools and Codemagic, is vast and actively maintained.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This provides comprehensive support for development, debugging, and performance analysis.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rgbClr val="1F1F1F"/>
                </a:solidFill>
              </a:rPr>
              <a:t>Other frameworks have varying levels of tooling available, with React Native having a strong community-driven ecosystem.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Richness of UI Components: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Built-in widgets:</a:t>
            </a:r>
            <a:r>
              <a:rPr lang="en-US">
                <a:solidFill>
                  <a:srgbClr val="1F1F1F"/>
                </a:solidFill>
              </a:rPr>
              <a:t> Access a vast library of ready-to-use widgets covering core UI elements like buttons, text fields, and more.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Third-party packages:</a:t>
            </a:r>
            <a:r>
              <a:rPr lang="en-US">
                <a:solidFill>
                  <a:srgbClr val="1F1F1F"/>
                </a:solidFill>
              </a:rPr>
              <a:t> Expand your toolkit with countless community-created packages for specialized interactions, animations, and UI components.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Customizable UI: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Tailor widgets:</a:t>
            </a:r>
            <a:r>
              <a:rPr lang="en-US">
                <a:solidFill>
                  <a:srgbClr val="1F1F1F"/>
                </a:solidFill>
              </a:rPr>
              <a:t> Customize existing widgets through properties and adapt them to your specific design needs.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Build from scratch:</a:t>
            </a:r>
            <a:r>
              <a:rPr lang="en-US">
                <a:solidFill>
                  <a:srgbClr val="1F1F1F"/>
                </a:solidFill>
              </a:rPr>
              <a:t> Create truly unique UI elements using Flutter's low-level rendering APIs for ultimate flexibility.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Design Flexibility: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Go beyond limitations:</a:t>
            </a:r>
            <a:r>
              <a:rPr lang="en-US">
                <a:solidFill>
                  <a:srgbClr val="1F1F1F"/>
                </a:solidFill>
              </a:rPr>
              <a:t> Flutter is not restricted by platform-specific UI components, allowing you to unleash your creativity.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Complex layouts:</a:t>
            </a:r>
            <a:r>
              <a:rPr lang="en-US">
                <a:solidFill>
                  <a:srgbClr val="1F1F1F"/>
                </a:solidFill>
              </a:rPr>
              <a:t> Build intricate and dynamic layouts with ease, thanks to Flutter's flexible architecture and rich set of layout widgets.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Native-like Rendering: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Look and feel:</a:t>
            </a:r>
            <a:r>
              <a:rPr lang="en-US">
                <a:solidFill>
                  <a:srgbClr val="1F1F1F"/>
                </a:solidFill>
              </a:rPr>
              <a:t> Leverage Flutter's ability to render UI elements using native drawing APIs on each platform.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Consistency across devices:</a:t>
            </a:r>
            <a:r>
              <a:rPr lang="en-US">
                <a:solidFill>
                  <a:srgbClr val="1F1F1F"/>
                </a:solidFill>
              </a:rPr>
              <a:t> Your app will feel natural and familiar to users, regardless of whether they're on Android or iOS.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Seamless User Experience: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Effortless interaction:</a:t>
            </a:r>
            <a:r>
              <a:rPr lang="en-US">
                <a:solidFill>
                  <a:srgbClr val="1F1F1F"/>
                </a:solidFill>
              </a:rPr>
              <a:t> Build smooth and responsive animations and transitions that elevate the user experience.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Performance focus:</a:t>
            </a:r>
            <a:r>
              <a:rPr lang="en-US">
                <a:solidFill>
                  <a:srgbClr val="1F1F1F"/>
                </a:solidFill>
              </a:rPr>
              <a:t> Enjoy the benefits of Flutter's optimized rendering engine for silky-smooth interactions.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Open-source Haven: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 embraces open-source development, fostering collaboration and transparency.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Contribute to core libraries, share your solutions, and learn from others' creations.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Global Reach: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Connect with fellow Flutter developers worldwide, regardless of location or time zone.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Participate in online forums, meetups, and conferences to exchange ideas and gain insights.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Diverse Expertise: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Leverage the collective knowledge of experienced developers, designers, and enthusiasts.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Find answers to your questions, solutions to your problems, and inspiration for your projects.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Unmatched Support: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Get help from fellow developers and official resources when you need it most.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Access comprehensive documentation, tutorials, and code samples to guide your learning and development.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Creative Playground: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Experiment with innovative ideas and push the boundaries of what's possible with Flutter.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Share your unique creations and inspire others to explore new possibilities.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Beyond these points: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The Flutter community is constantly evolving, offering new resources, events, and opportunities to engage and learn.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Joining this supportive and innovative community can accelerate your Flutter journey and empower you to build amazing things.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While declaring an absolute winner in the "Framework Showdown" is subjective and depends on specific project needs, here's why Flutter is a strong contender and often considered a champion in cross-platform development: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1. Native Performance: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 leverages Skia, a high-performance 2D graphics engine, delivering smooth and responsive UI across platforms.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While some frameworks prioritize web technologies, Flutter focuses on native-like rendering for a seamless user experience.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2. Expressive &amp; Beautiful UIs: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Flutter's rich widget library and flexible architecture enable the creation of visually stunning and dynamic UIs that adapt to different screen sizes and resolutions.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Hot reload allows for rapid iteration and experimentation, empowering designers to bring their visions to life.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3. Rapid Development &amp; Hot Reload: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Flutter's hot reload feature instantly reflects code changes in the running app, significantly speeding up development and enabling faster feedback loops.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reduces development time and allows for a more experimental and iterative design process.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4. Single Codebase for All Platforms: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Write code once and deploy it to multiple platforms (Android, iOS, web, desktop) with minimal adjustments, significantly reducing development and maintenance costs.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is a major advantage for teams focusing on building cross-platform apps in a resource-efficient manner.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5. Large &amp; Growing Community: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 enjoys a vibrant and supportive community of developers, designers, and enthusiasts worldwide.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translates to abundant resources, tutorials, and assistance when needed, fostering collaboration and knowledge sharing.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</a:rPr>
              <a:t>It's important to be objective and avoid making sweeping generalizations when comparing frameworks. While Flutter has its strengths, other prominent cross-platform frameworks also offer distinct advantages and cater to different needs. Here's a nuanced look at some potential limitations mentioned: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1F1F"/>
                </a:solidFill>
              </a:rPr>
              <a:t>1. Performance Limitations: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While Flutter generally excels in UI rendering performance, frameworks like React Native might achieve lower memory usage in specific scenarios.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It's crucial to benchmark and assess performance based on your specific app's needs and device targets.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1F1F"/>
                </a:solidFill>
              </a:rPr>
              <a:t>2. Steeper Learning Curve: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Frameworks like Xamarin require knowledge of native languages (Swift/Kotlin), which can be a steeper learning curve for developers unfamiliar with those languages.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However, this approach can offer deeper native control and integration, potentially benefitting performance-critical apps.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1F1F"/>
                </a:solidFill>
              </a:rPr>
              <a:t>3. Limited UI Capabilities: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Frameworks built on web technologies (e.g., React Native) may have limitations in achieving true native-looking UI elements compared to Flutter's direct rendering to native APIs.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However, these frameworks often benefit from vast web development communities and abundant UI component libraries</a:t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utter Versus Other Mobile Development Frameworks: A UI And Performance Experiment. Part 1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14" y="0"/>
            <a:ext cx="1220801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1033793" y="2400300"/>
            <a:ext cx="10476036" cy="167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Flutter vs Other Cross-Platform Frameworks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699811" y="4711339"/>
            <a:ext cx="9144000" cy="616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/>
              <a:t>A Comparative Analysis and Insights into Flutter's Ecosystem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10845125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lti-Platform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336" t="5022"/>
          <a:stretch/>
        </p:blipFill>
        <p:spPr>
          <a:xfrm>
            <a:off x="7505700" y="545305"/>
            <a:ext cx="4686299" cy="530339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241325"/>
            <a:ext cx="8247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Introduction to Cross-Platform Development and Flutter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838200" y="2401550"/>
            <a:ext cx="6824400" cy="4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Flutter: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Modern Cross-Platform UI Toolkit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by Google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Utilizes Dart, a modern and versatile programming language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programming paradigm for building UIs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 reload for instant feedback during development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Streamlined development process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development costs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Consistent user experience across platforms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10845125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254000" y="42275"/>
            <a:ext cx="122682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Comparative Analysis of Flutter and Other Frameworks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5676900" y="1367838"/>
            <a:ext cx="6159500" cy="474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Performance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Rendering speed and memory usage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Network latency and device-specific optimizations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Development Experience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Ease of use: Flutter's hot reload and declarative approach make it easier to learn and use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Tooling support: Flutter has a very rich ecosystem of tools and plugins</a:t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6764" l="38518" r="11554" t="8871"/>
          <a:stretch/>
        </p:blipFill>
        <p:spPr>
          <a:xfrm rot="-522908">
            <a:off x="206616" y="1470534"/>
            <a:ext cx="5098592" cy="5288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10845125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825625"/>
            <a:ext cx="7315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Richness of UI Components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wide range of built-in widgets and third-party packages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Customizable UI components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Design Flexibility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flexible UI customization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Easy creation of complex and visually appealing UIs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Native-like Rendering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native-like rendering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ensures a consistent look and feel across platforms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Seamless user experience </a:t>
            </a:r>
            <a:endParaRPr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5454" l="6307" r="8067" t="4163"/>
          <a:stretch/>
        </p:blipFill>
        <p:spPr>
          <a:xfrm>
            <a:off x="6934200" y="406399"/>
            <a:ext cx="5257800" cy="554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UI Capabilities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10845125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838200" y="3397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000"/>
              <a:t>Exploring the Flutter Community</a:t>
            </a:r>
            <a:endParaRPr sz="5000"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838200" y="1825625"/>
            <a:ext cx="3848100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Open-source haven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Global reach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Diverse expertise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Unmatched support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Creative playground</a:t>
            </a:r>
            <a:endParaRPr sz="3200"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  <p:pic>
        <p:nvPicPr>
          <p:cNvPr descr="InterGuard - user network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9675" y="1114425"/>
            <a:ext cx="4937101" cy="5233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10845125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3400" y="1027906"/>
            <a:ext cx="6858000" cy="587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216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6000"/>
              <a:buFont typeface="Calibri"/>
              <a:buNone/>
            </a:pPr>
            <a:r>
              <a:rPr b="1" lang="en-US" sz="5000"/>
              <a:t>The Framework Showdown: Who Wins?</a:t>
            </a:r>
            <a:endParaRPr b="1" sz="5000"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6400800" y="1978024"/>
            <a:ext cx="5461000" cy="471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 Other Cross-Platform Frameworks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Performance limitations compared to Flutter.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Steeper learning curve for developers unfamiliar with the framework.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Limited UI capabilities compared to Flutter's native rendering.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990600" y="1978025"/>
            <a:ext cx="5511800" cy="471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Flutter: The Champion of Cross-Platform Development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Performance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Expressive &amp; Beautiful UIs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Rapid Development &amp; Hot Reload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Codebase for All Platforms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&amp; Growing Community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10845125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2023-12-04T11:00:33Z</dcterms:created>
  <dc:creator>Admin</dc:creator>
</cp:coreProperties>
</file>